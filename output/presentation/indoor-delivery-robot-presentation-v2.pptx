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a521fbe51284434" /><Relationship Type="http://schemas.openxmlformats.org/officeDocument/2006/relationships/extended-properties" Target="/docProps/app.xml" Id="R7fb86cb413a242c5" /><Relationship Type="http://schemas.openxmlformats.org/officeDocument/2006/relationships/officeDocument" Target="/ppt/presentation.xml" Id="R2531962a4988411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045346d6e54c1b"/>
  </p:sldMasterIdLst>
  <p:notesMasterIdLst>
    <p:notesMasterId xmlns:r="http://schemas.openxmlformats.org/officeDocument/2006/relationships" r:id="Rba2c5988f3db4661"/>
  </p:notesMasterIdLst>
  <p:sldIdLst>
    <p:sldId xmlns:r="http://schemas.openxmlformats.org/officeDocument/2006/relationships" id="256" r:id="R8fa3aa4ea1ad42a4"/>
    <p:sldId xmlns:r="http://schemas.openxmlformats.org/officeDocument/2006/relationships" id="257" r:id="R53c6e08142954ade"/>
    <p:sldId xmlns:r="http://schemas.openxmlformats.org/officeDocument/2006/relationships" id="258" r:id="R55fbff9f24e34fae"/>
    <p:sldId xmlns:r="http://schemas.openxmlformats.org/officeDocument/2006/relationships" id="259" r:id="Rb0fbe7ddd53a4f35"/>
    <p:sldId xmlns:r="http://schemas.openxmlformats.org/officeDocument/2006/relationships" id="260" r:id="R73fbf69e458144a8"/>
    <p:sldId xmlns:r="http://schemas.openxmlformats.org/officeDocument/2006/relationships" id="261" r:id="R43dff4f8a973436a"/>
    <p:sldId xmlns:r="http://schemas.openxmlformats.org/officeDocument/2006/relationships" id="262" r:id="Rae587557325f4888"/>
    <p:sldId xmlns:r="http://schemas.openxmlformats.org/officeDocument/2006/relationships" id="263" r:id="Raad974f421e34fbd"/>
    <p:sldId xmlns:r="http://schemas.openxmlformats.org/officeDocument/2006/relationships" id="264" r:id="R1ba648eeaeaf4512"/>
    <p:sldId xmlns:r="http://schemas.openxmlformats.org/officeDocument/2006/relationships" id="265" r:id="Rf21b2ecdab224fa8"/>
    <p:sldId xmlns:r="http://schemas.openxmlformats.org/officeDocument/2006/relationships" id="266" r:id="R18e7cc1de16c4cb5"/>
    <p:sldId xmlns:r="http://schemas.openxmlformats.org/officeDocument/2006/relationships" id="267" r:id="R3d1fa65290474bf7"/>
    <p:sldId xmlns:r="http://schemas.openxmlformats.org/officeDocument/2006/relationships" id="268" r:id="R24e2374e9afb4846"/>
    <p:sldId xmlns:r="http://schemas.openxmlformats.org/officeDocument/2006/relationships" id="269" r:id="R321abe74da7640d9"/>
    <p:sldId xmlns:r="http://schemas.openxmlformats.org/officeDocument/2006/relationships" id="270" r:id="Rd2421a4c1c1040de"/>
    <p:sldId xmlns:r="http://schemas.openxmlformats.org/officeDocument/2006/relationships" id="271" r:id="R0811cf05676c48d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58d0ff6937c4a47" /><Relationship Type="http://schemas.openxmlformats.org/officeDocument/2006/relationships/slideMaster" Target="/ppt/slideMasters/slideMaster1.xml" Id="R2e045346d6e54c1b" /><Relationship Type="http://schemas.openxmlformats.org/officeDocument/2006/relationships/notesMaster" Target="/ppt/notesMasters/notesMaster1.xml" Id="Rba2c5988f3db4661" /><Relationship Type="http://schemas.openxmlformats.org/officeDocument/2006/relationships/presProps" Target="/ppt/presProps.xml" Id="R117ab15ac6ef4390" /><Relationship Type="http://schemas.openxmlformats.org/officeDocument/2006/relationships/tableStyles" Target="/ppt/tableStyles.xml" Id="Rf28c02811997409f" /><Relationship Type="http://schemas.openxmlformats.org/officeDocument/2006/relationships/slide" Target="/ppt/slides/slide1.xml" Id="R8fa3aa4ea1ad42a4" /><Relationship Type="http://schemas.openxmlformats.org/officeDocument/2006/relationships/slide" Target="/ppt/slides/slide2.xml" Id="R53c6e08142954ade" /><Relationship Type="http://schemas.openxmlformats.org/officeDocument/2006/relationships/slide" Target="/ppt/slides/slide3.xml" Id="R55fbff9f24e34fae" /><Relationship Type="http://schemas.openxmlformats.org/officeDocument/2006/relationships/slide" Target="/ppt/slides/slide4.xml" Id="Rb0fbe7ddd53a4f35" /><Relationship Type="http://schemas.openxmlformats.org/officeDocument/2006/relationships/slide" Target="/ppt/slides/slide5.xml" Id="R73fbf69e458144a8" /><Relationship Type="http://schemas.openxmlformats.org/officeDocument/2006/relationships/slide" Target="/ppt/slides/slide6.xml" Id="R43dff4f8a973436a" /><Relationship Type="http://schemas.openxmlformats.org/officeDocument/2006/relationships/slide" Target="/ppt/slides/slide7.xml" Id="Rae587557325f4888" /><Relationship Type="http://schemas.openxmlformats.org/officeDocument/2006/relationships/slide" Target="/ppt/slides/slide8.xml" Id="Raad974f421e34fbd" /><Relationship Type="http://schemas.openxmlformats.org/officeDocument/2006/relationships/slide" Target="/ppt/slides/slide9.xml" Id="R1ba648eeaeaf4512" /><Relationship Type="http://schemas.openxmlformats.org/officeDocument/2006/relationships/slide" Target="/ppt/slides/slide10.xml" Id="Rf21b2ecdab224fa8" /><Relationship Type="http://schemas.openxmlformats.org/officeDocument/2006/relationships/slide" Target="/ppt/slides/slide11.xml" Id="R18e7cc1de16c4cb5" /><Relationship Type="http://schemas.openxmlformats.org/officeDocument/2006/relationships/slide" Target="/ppt/slides/slide12.xml" Id="R3d1fa65290474bf7" /><Relationship Type="http://schemas.openxmlformats.org/officeDocument/2006/relationships/slide" Target="/ppt/slides/slide13.xml" Id="R24e2374e9afb4846" /><Relationship Type="http://schemas.openxmlformats.org/officeDocument/2006/relationships/slide" Target="/ppt/slides/slide14.xml" Id="R321abe74da7640d9" /><Relationship Type="http://schemas.openxmlformats.org/officeDocument/2006/relationships/slide" Target="/ppt/slides/slide15.xml" Id="Rd2421a4c1c1040de" /><Relationship Type="http://schemas.openxmlformats.org/officeDocument/2006/relationships/slide" Target="/ppt/slides/slide16.xml" Id="R0811cf05676c48d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1be09598cbf43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e99cea43f64016" /><Relationship Type="http://schemas.openxmlformats.org/officeDocument/2006/relationships/notesMaster" Target="/ppt/notesMasters/notesMaster1.xml" Id="Rdb82c6bd44cc469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f9a1be03d50442b" /><Relationship Type="http://schemas.openxmlformats.org/officeDocument/2006/relationships/notesMaster" Target="/ppt/notesMasters/notesMaster1.xml" Id="R5616571a94424fe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c2d3b3c923744ec" /><Relationship Type="http://schemas.openxmlformats.org/officeDocument/2006/relationships/notesMaster" Target="/ppt/notesMasters/notesMaster1.xml" Id="R481f4927d64840c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47be115358f44b7" /><Relationship Type="http://schemas.openxmlformats.org/officeDocument/2006/relationships/notesMaster" Target="/ppt/notesMasters/notesMaster1.xml" Id="R676d26bbb01f485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f9951e58ddc4c7c" /><Relationship Type="http://schemas.openxmlformats.org/officeDocument/2006/relationships/notesMaster" Target="/ppt/notesMasters/notesMaster1.xml" Id="R611c5fc97b24463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4df651519224504" /><Relationship Type="http://schemas.openxmlformats.org/officeDocument/2006/relationships/notesMaster" Target="/ppt/notesMasters/notesMaster1.xml" Id="Rc52e418a1b2c492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08a6e1a4b6c4fda" /><Relationship Type="http://schemas.openxmlformats.org/officeDocument/2006/relationships/notesMaster" Target="/ppt/notesMasters/notesMaster1.xml" Id="Rc289278104134c5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c95b815a96d45ba" /><Relationship Type="http://schemas.openxmlformats.org/officeDocument/2006/relationships/notesMaster" Target="/ppt/notesMasters/notesMaster1.xml" Id="R3743deb28342481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f3998dfaeef4e93" /><Relationship Type="http://schemas.openxmlformats.org/officeDocument/2006/relationships/notesMaster" Target="/ppt/notesMasters/notesMaster1.xml" Id="R292686c1f5074a7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19d09d0bf8f4ffb" /><Relationship Type="http://schemas.openxmlformats.org/officeDocument/2006/relationships/notesMaster" Target="/ppt/notesMasters/notesMaster1.xml" Id="Rf3bcdf31a6d24c7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103671b18e64de7" /><Relationship Type="http://schemas.openxmlformats.org/officeDocument/2006/relationships/notesMaster" Target="/ppt/notesMasters/notesMaster1.xml" Id="R52e662244989460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64ceeb30d2242fb" /><Relationship Type="http://schemas.openxmlformats.org/officeDocument/2006/relationships/notesMaster" Target="/ppt/notesMasters/notesMaster1.xml" Id="R8edb044712f5486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e0ed64c3ba14bd2" /><Relationship Type="http://schemas.openxmlformats.org/officeDocument/2006/relationships/notesMaster" Target="/ppt/notesMasters/notesMaster1.xml" Id="Rf4f0b676f75c4d7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b590462c8ce4c3f" /><Relationship Type="http://schemas.openxmlformats.org/officeDocument/2006/relationships/notesMaster" Target="/ppt/notesMasters/notesMaster1.xml" Id="R2fe9802be11941c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2450f317afe419e" /><Relationship Type="http://schemas.openxmlformats.org/officeDocument/2006/relationships/notesMaster" Target="/ppt/notesMasters/notesMaster1.xml" Id="R480684ab2d0b44b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bc6a77b320c4119" /><Relationship Type="http://schemas.openxmlformats.org/officeDocument/2006/relationships/notesMaster" Target="/ppt/notesMasters/notesMaster1.xml" Id="Ra5f1f112a2e04a1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6f2b231c04448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156770e2984d8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c3af83b8bc4c1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c4e7a614a448a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efc8ac62bb4b0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c6c947c0a1401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1FD9513-52F4-4354-BFC7-8D27D4E2E2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139F139-436C-4F4E-95BB-DDCD8780240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D8DDD8F-75D8-47E3-97CB-3C508A0A3B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516C5CC-4120-43F1-A7A1-EF01D8A226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8D20E10-3ECE-429A-80BC-6C3468E8D7A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BC5F98E-3F5E-411B-B2BF-64D6379E5E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DB300AA-2120-41D2-880D-70055BF1FA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FF2FC25-019A-4620-B5CF-327D4777C01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B68655F-DECF-41B4-8B63-4A5D5BC39F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1C6AB34-8110-4B5B-B8C3-38F8200E6FD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1f2bfe2c8c642ed" /><Relationship Type="http://schemas.openxmlformats.org/officeDocument/2006/relationships/slideLayout" Target="/ppt/slideLayouts/slideLayout1.xml" Id="R173140fd8c134dcf" /><Relationship Type="http://schemas.openxmlformats.org/officeDocument/2006/relationships/slideLayout" Target="/ppt/slideLayouts/slideLayout2.xml" Id="R4c8bd1cc70994e39" /><Relationship Type="http://schemas.openxmlformats.org/officeDocument/2006/relationships/slideLayout" Target="/ppt/slideLayouts/slideLayout3.xml" Id="R6ce63cb57f824438" /><Relationship Type="http://schemas.openxmlformats.org/officeDocument/2006/relationships/slideLayout" Target="/ppt/slideLayouts/slideLayout4.xml" Id="R4c71b5be7cc54fe0" /><Relationship Type="http://schemas.openxmlformats.org/officeDocument/2006/relationships/slideLayout" Target="/ppt/slideLayouts/slideLayout5.xml" Id="Rfa0cf1a555da4c72" /><Relationship Type="http://schemas.openxmlformats.org/officeDocument/2006/relationships/slideLayout" Target="/ppt/slideLayouts/slideLayout6.xml" Id="R7bf78ac1acf0405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73140fd8c134dcf"/>
    <p:sldLayoutId xmlns:r="http://schemas.openxmlformats.org/officeDocument/2006/relationships" id="2147483650" r:id="R4c8bd1cc70994e39"/>
    <p:sldLayoutId xmlns:r="http://schemas.openxmlformats.org/officeDocument/2006/relationships" id="2147483651" r:id="R6ce63cb57f824438"/>
    <p:sldLayoutId xmlns:r="http://schemas.openxmlformats.org/officeDocument/2006/relationships" id="2147483652" r:id="R4c71b5be7cc54fe0"/>
    <p:sldLayoutId xmlns:r="http://schemas.openxmlformats.org/officeDocument/2006/relationships" id="2147483653" r:id="Rfa0cf1a555da4c72"/>
    <p:sldLayoutId xmlns:r="http://schemas.openxmlformats.org/officeDocument/2006/relationships" id="2147483654" r:id="R7bf78ac1acf0405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b8d6491d63438a" /><Relationship Type="http://schemas.openxmlformats.org/officeDocument/2006/relationships/notesSlide" Target="/ppt/notesSlides/notesSlide1.xml" Id="R7b14e8e307394e6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68562bbf36461c" /><Relationship Type="http://schemas.openxmlformats.org/officeDocument/2006/relationships/notesSlide" Target="/ppt/notesSlides/notesSlide2.xml" Id="R300672300fb9425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1806f1892b47db" /><Relationship Type="http://schemas.openxmlformats.org/officeDocument/2006/relationships/notesSlide" Target="/ppt/notesSlides/notesSlide3.xml" Id="R049650ebaa43479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becc1428a246bf" /><Relationship Type="http://schemas.openxmlformats.org/officeDocument/2006/relationships/notesSlide" Target="/ppt/notesSlides/notesSlide4.xml" Id="Ra36675286121403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0467366e754c28" /><Relationship Type="http://schemas.openxmlformats.org/officeDocument/2006/relationships/notesSlide" Target="/ppt/notesSlides/notesSlide5.xml" Id="Rd6d4a5c1bcab43f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3eda1257d64c2d" /><Relationship Type="http://schemas.openxmlformats.org/officeDocument/2006/relationships/image" Target="/ppt/media/image.png" Id="R96d9c34fa595480a" /><Relationship Type="http://schemas.openxmlformats.org/officeDocument/2006/relationships/notesSlide" Target="/ppt/notesSlides/notesSlide6.xml" Id="Rf53c4d0d5d29472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d402d265d44da1" /><Relationship Type="http://schemas.openxmlformats.org/officeDocument/2006/relationships/image" Target="/ppt/media/image2.png" Id="R1e9ab1d0f2214810" /><Relationship Type="http://schemas.openxmlformats.org/officeDocument/2006/relationships/notesSlide" Target="/ppt/notesSlides/notesSlide7.xml" Id="R820a2ad63f7d40b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1444c77f7c44cc" /><Relationship Type="http://schemas.openxmlformats.org/officeDocument/2006/relationships/image" Target="/ppt/media/image3.png" Id="R87d6b3d768fb4076" /><Relationship Type="http://schemas.openxmlformats.org/officeDocument/2006/relationships/notesSlide" Target="/ppt/notesSlides/notesSlide8.xml" Id="R4a9eb4537b804ac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8d3926cda94882" /><Relationship Type="http://schemas.openxmlformats.org/officeDocument/2006/relationships/image" Target="/ppt/media/image4.png" Id="R72e097aa8a0148e7" /><Relationship Type="http://schemas.openxmlformats.org/officeDocument/2006/relationships/notesSlide" Target="/ppt/notesSlides/notesSlide9.xml" Id="Re5e9dcf10cac4df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fc848b8ba84cc8" /><Relationship Type="http://schemas.openxmlformats.org/officeDocument/2006/relationships/notesSlide" Target="/ppt/notesSlides/notesSlide10.xml" Id="R15b643eccd9d4ee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9cb031dbb744a3" /><Relationship Type="http://schemas.openxmlformats.org/officeDocument/2006/relationships/image" Target="/ppt/media/image5.png" Id="Rb43dcf36ceef4d5c" /><Relationship Type="http://schemas.openxmlformats.org/officeDocument/2006/relationships/notesSlide" Target="/ppt/notesSlides/notesSlide11.xml" Id="R9367cea1a03e479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0d1c16bf9144ea" /><Relationship Type="http://schemas.openxmlformats.org/officeDocument/2006/relationships/notesSlide" Target="/ppt/notesSlides/notesSlide12.xml" Id="R1e4af9e2fd7546b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7eadd75b0b4f86" /><Relationship Type="http://schemas.openxmlformats.org/officeDocument/2006/relationships/image" Target="/ppt/media/image6.png" Id="R0513b7b319c7401c" /><Relationship Type="http://schemas.openxmlformats.org/officeDocument/2006/relationships/image" Target="/ppt/media/image7.png" Id="Rf4d8af3cfe5a4440" /><Relationship Type="http://schemas.openxmlformats.org/officeDocument/2006/relationships/notesSlide" Target="/ppt/notesSlides/notesSlide13.xml" Id="R98cd27ae4d2c494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faf2c5eeaf4aba" /><Relationship Type="http://schemas.openxmlformats.org/officeDocument/2006/relationships/image" Target="/ppt/media/image8.png" Id="R84dad56ed9d14d5d" /><Relationship Type="http://schemas.openxmlformats.org/officeDocument/2006/relationships/notesSlide" Target="/ppt/notesSlides/notesSlide14.xml" Id="R95659999076545c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a21d2d87824fae" /><Relationship Type="http://schemas.openxmlformats.org/officeDocument/2006/relationships/notesSlide" Target="/ppt/notesSlides/notesSlide15.xml" Id="R029177d8fd4d404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14eb41ead24b6a" /><Relationship Type="http://schemas.openxmlformats.org/officeDocument/2006/relationships/notesSlide" Target="/ppt/notesSlides/notesSlide16.xml" Id="Rcfaa4a7ddd01490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60690A-5ECD-42B7-8784-2D1F5D3A0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57982B-25AB-4E46-A4F2-2E22844A2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191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678BE"/>
                </a:solidFill>
              </a:defRPr>
            </a:defPPr>
            <a:lvl1pPr>
              <a:defRPr sz="1125" b="1">
                <a:solidFill>
                  <a:srgbClr val="1678BE"/>
                </a:solidFill>
              </a:defRPr>
            </a:lvl1pPr>
            <a:lvl2pPr>
              <a:defRPr sz="1125" b="1">
                <a:solidFill>
                  <a:srgbClr val="1678BE"/>
                </a:solidFill>
              </a:defRPr>
            </a:lvl2pPr>
            <a:lvl3pPr>
              <a:defRPr sz="1125" b="1">
                <a:solidFill>
                  <a:srgbClr val="1678BE"/>
                </a:solidFill>
              </a:defRPr>
            </a:lvl3pPr>
            <a:lvl4pPr>
              <a:defRPr sz="1125" b="1">
                <a:solidFill>
                  <a:srgbClr val="1678BE"/>
                </a:solidFill>
              </a:defRPr>
            </a:lvl4pPr>
            <a:lvl5pPr>
              <a:defRPr sz="1125" b="1">
                <a:solidFill>
                  <a:srgbClr val="1678BE"/>
                </a:solidFill>
              </a:defRPr>
            </a:lvl5pPr>
            <a:lvl6pPr>
              <a:defRPr sz="1125" b="1">
                <a:solidFill>
                  <a:srgbClr val="1678BE"/>
                </a:solidFill>
              </a:defRPr>
            </a:lvl6pPr>
            <a:lvl7pPr>
              <a:defRPr sz="1125" b="1">
                <a:solidFill>
                  <a:srgbClr val="1678BE"/>
                </a:solidFill>
              </a:defRPr>
            </a:lvl7pPr>
            <a:lvl8pPr>
              <a:defRPr sz="1125" b="1">
                <a:solidFill>
                  <a:srgbClr val="1678BE"/>
                </a:solidFill>
              </a:defRPr>
            </a:lvl8pPr>
            <a:lvl9pPr>
              <a:defRPr sz="11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678BE"/>
                </a:solidFill>
              </a:defRPr>
            </a:pPr>
            <a:r>
              <a:rPr sz="1125" b="1">
                <a:solidFill>
                  <a:srgbClr val="1678BE"/>
                </a:solidFill>
              </a:rPr>
              <a:t>โครงงานเตรียมสหกิจศึกษา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13FF46-2099-488B-A5EC-1C97BA9B3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52550"/>
            <a:ext cx="8763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0A3B82"/>
                </a:solidFill>
              </a:defRPr>
            </a:defPPr>
            <a:lvl1pPr>
              <a:defRPr sz="3000" b="1">
                <a:solidFill>
                  <a:srgbClr val="0A3B82"/>
                </a:solidFill>
              </a:defRPr>
            </a:lvl1pPr>
            <a:lvl2pPr>
              <a:defRPr sz="3000" b="1">
                <a:solidFill>
                  <a:srgbClr val="0A3B82"/>
                </a:solidFill>
              </a:defRPr>
            </a:lvl2pPr>
            <a:lvl3pPr>
              <a:defRPr sz="3000" b="1">
                <a:solidFill>
                  <a:srgbClr val="0A3B82"/>
                </a:solidFill>
              </a:defRPr>
            </a:lvl3pPr>
            <a:lvl4pPr>
              <a:defRPr sz="3000" b="1">
                <a:solidFill>
                  <a:srgbClr val="0A3B82"/>
                </a:solidFill>
              </a:defRPr>
            </a:lvl4pPr>
            <a:lvl5pPr>
              <a:defRPr sz="3000" b="1">
                <a:solidFill>
                  <a:srgbClr val="0A3B82"/>
                </a:solidFill>
              </a:defRPr>
            </a:lvl5pPr>
            <a:lvl6pPr>
              <a:defRPr sz="3000" b="1">
                <a:solidFill>
                  <a:srgbClr val="0A3B82"/>
                </a:solidFill>
              </a:defRPr>
            </a:lvl6pPr>
            <a:lvl7pPr>
              <a:defRPr sz="3000" b="1">
                <a:solidFill>
                  <a:srgbClr val="0A3B82"/>
                </a:solidFill>
              </a:defRPr>
            </a:lvl7pPr>
            <a:lvl8pPr>
              <a:defRPr sz="3000" b="1">
                <a:solidFill>
                  <a:srgbClr val="0A3B82"/>
                </a:solidFill>
              </a:defRPr>
            </a:lvl8pPr>
            <a:lvl9pPr>
              <a:defRPr sz="300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0A3B82"/>
                </a:solidFill>
              </a:defRPr>
            </a:pPr>
            <a:r>
              <a:rPr sz="3000" b="1">
                <a:solidFill>
                  <a:srgbClr val="0A3B82"/>
                </a:solidFill>
              </a:rPr>
              <a:t>ระบบหุ่นยนต์เคลื่อนที่อัตโนมัติ</a:t>
            </a:r>
          </a:p>
          <a:p xmlns:a="http://schemas.openxmlformats.org/drawingml/2006/main">
            <a:pPr>
              <a:defRPr sz="3000" b="1">
                <a:solidFill>
                  <a:srgbClr val="0A3B82"/>
                </a:solidFill>
              </a:defRPr>
            </a:pPr>
            <a:r>
              <a:rPr sz="3000" b="1">
                <a:solidFill>
                  <a:srgbClr val="0A3B82"/>
                </a:solidFill>
              </a:rPr>
              <a:t>สำหรับรับส่งสิ่งของภายในอาคารผ่านเว็บ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350907-7CD2-4D08-95C9-0058805EF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904875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096718-544F-42ED-9F4F-F1A6E8123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8718B"/>
                </a:solidFill>
              </a:defRPr>
            </a:defPPr>
            <a:lvl1pPr>
              <a:defRPr sz="1275" b="0">
                <a:solidFill>
                  <a:srgbClr val="58718B"/>
                </a:solidFill>
              </a:defRPr>
            </a:lvl1pPr>
            <a:lvl2pPr>
              <a:defRPr sz="1275" b="0">
                <a:solidFill>
                  <a:srgbClr val="58718B"/>
                </a:solidFill>
              </a:defRPr>
            </a:lvl2pPr>
            <a:lvl3pPr>
              <a:defRPr sz="1275" b="0">
                <a:solidFill>
                  <a:srgbClr val="58718B"/>
                </a:solidFill>
              </a:defRPr>
            </a:lvl3pPr>
            <a:lvl4pPr>
              <a:defRPr sz="1275" b="0">
                <a:solidFill>
                  <a:srgbClr val="58718B"/>
                </a:solidFill>
              </a:defRPr>
            </a:lvl4pPr>
            <a:lvl5pPr>
              <a:defRPr sz="1275" b="0">
                <a:solidFill>
                  <a:srgbClr val="58718B"/>
                </a:solidFill>
              </a:defRPr>
            </a:lvl5pPr>
            <a:lvl6pPr>
              <a:defRPr sz="1275" b="0">
                <a:solidFill>
                  <a:srgbClr val="58718B"/>
                </a:solidFill>
              </a:defRPr>
            </a:lvl6pPr>
            <a:lvl7pPr>
              <a:defRPr sz="1275" b="0">
                <a:solidFill>
                  <a:srgbClr val="58718B"/>
                </a:solidFill>
              </a:defRPr>
            </a:lvl7pPr>
            <a:lvl8pPr>
              <a:defRPr sz="1275" b="0">
                <a:solidFill>
                  <a:srgbClr val="58718B"/>
                </a:solidFill>
              </a:defRPr>
            </a:lvl8pPr>
            <a:lvl9pPr>
              <a:defRPr sz="127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8718B"/>
                </a:solidFill>
              </a:defRPr>
            </a:pPr>
            <a:r>
              <a:rPr sz="1275" b="0">
                <a:solidFill>
                  <a:srgbClr val="58718B"/>
                </a:solidFill>
              </a:rPr>
              <a:t>WEB-BASED INDOOR AUTONOMOUS DELIVERY ROBOT PROTOTYPE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A694E9-DCF4-4F47-BEEA-80F8DE529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5770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02A43"/>
                </a:solidFill>
              </a:defRPr>
            </a:defPPr>
            <a:lvl1pPr>
              <a:defRPr sz="1575" b="1">
                <a:solidFill>
                  <a:srgbClr val="102A43"/>
                </a:solidFill>
              </a:defRPr>
            </a:lvl1pPr>
            <a:lvl2pPr>
              <a:defRPr sz="1575" b="1">
                <a:solidFill>
                  <a:srgbClr val="102A43"/>
                </a:solidFill>
              </a:defRPr>
            </a:lvl2pPr>
            <a:lvl3pPr>
              <a:defRPr sz="1575" b="1">
                <a:solidFill>
                  <a:srgbClr val="102A43"/>
                </a:solidFill>
              </a:defRPr>
            </a:lvl3pPr>
            <a:lvl4pPr>
              <a:defRPr sz="1575" b="1">
                <a:solidFill>
                  <a:srgbClr val="102A43"/>
                </a:solidFill>
              </a:defRPr>
            </a:lvl4pPr>
            <a:lvl5pPr>
              <a:defRPr sz="1575" b="1">
                <a:solidFill>
                  <a:srgbClr val="102A43"/>
                </a:solidFill>
              </a:defRPr>
            </a:lvl5pPr>
            <a:lvl6pPr>
              <a:defRPr sz="1575" b="1">
                <a:solidFill>
                  <a:srgbClr val="102A43"/>
                </a:solidFill>
              </a:defRPr>
            </a:lvl6pPr>
            <a:lvl7pPr>
              <a:defRPr sz="1575" b="1">
                <a:solidFill>
                  <a:srgbClr val="102A43"/>
                </a:solidFill>
              </a:defRPr>
            </a:lvl7pPr>
            <a:lvl8pPr>
              <a:defRPr sz="1575" b="1">
                <a:solidFill>
                  <a:srgbClr val="102A43"/>
                </a:solidFill>
              </a:defRPr>
            </a:lvl8pPr>
            <a:lvl9pPr>
              <a:defRPr sz="157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ณัฐนนท์ สีระศรี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83E257-C489-4378-A9D5-64AEFC8B6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6610110087   วิศวกรรมคอมพิวเตอร์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84EC24-42DD-41F3-9014-7235719C6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02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678BE"/>
                </a:solidFill>
              </a:defRPr>
            </a:defPPr>
            <a:lvl1pPr>
              <a:defRPr sz="1050" b="1">
                <a:solidFill>
                  <a:srgbClr val="1678BE"/>
                </a:solidFill>
              </a:defRPr>
            </a:lvl1pPr>
            <a:lvl2pPr>
              <a:defRPr sz="1050" b="1">
                <a:solidFill>
                  <a:srgbClr val="1678BE"/>
                </a:solidFill>
              </a:defRPr>
            </a:lvl2pPr>
            <a:lvl3pPr>
              <a:defRPr sz="1050" b="1">
                <a:solidFill>
                  <a:srgbClr val="1678BE"/>
                </a:solidFill>
              </a:defRPr>
            </a:lvl3pPr>
            <a:lvl4pPr>
              <a:defRPr sz="1050" b="1">
                <a:solidFill>
                  <a:srgbClr val="1678BE"/>
                </a:solidFill>
              </a:defRPr>
            </a:lvl4pPr>
            <a:lvl5pPr>
              <a:defRPr sz="1050" b="1">
                <a:solidFill>
                  <a:srgbClr val="1678BE"/>
                </a:solidFill>
              </a:defRPr>
            </a:lvl5pPr>
            <a:lvl6pPr>
              <a:defRPr sz="1050" b="1">
                <a:solidFill>
                  <a:srgbClr val="1678BE"/>
                </a:solidFill>
              </a:defRPr>
            </a:lvl6pPr>
            <a:lvl7pPr>
              <a:defRPr sz="1050" b="1">
                <a:solidFill>
                  <a:srgbClr val="1678BE"/>
                </a:solidFill>
              </a:defRPr>
            </a:lvl7pPr>
            <a:lvl8pPr>
              <a:defRPr sz="1050" b="1">
                <a:solidFill>
                  <a:srgbClr val="1678BE"/>
                </a:solidFill>
              </a:defRPr>
            </a:lvl8pPr>
            <a:lvl9pPr>
              <a:defRPr sz="105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678BE"/>
                </a:solidFill>
              </a:defRPr>
            </a:pPr>
            <a:r>
              <a:rPr sz="1050" b="1">
                <a:solidFill>
                  <a:srgbClr val="1678BE"/>
                </a:solidFill>
              </a:rPr>
              <a:t>นำเสนอ 7 นาที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1F6742-F46A-4963-B2C8-C10F93087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047750"/>
            <a:ext cx="142875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C03094-97BC-4BF0-B698-EECBBA5F1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447800"/>
            <a:ext cx="628650" cy="628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C73582-74B1-4D7D-B657-44C2E88B0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905250"/>
            <a:ext cx="66675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9C4D13-A71F-4092-B0F8-9F640CEEF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029200"/>
            <a:ext cx="20764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3B82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092041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78E1B2-1D86-4E75-8BDD-A021B71E2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PROJECT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7FDFF9-3D5F-47D7-916B-687AE31A1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301260-A997-4D8D-800A-6B8A71EC0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ที่มาและความสำคัญ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902689-6F37-4F61-842F-DB1E62E8A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272F65-C025-48EC-BDC5-A62EB701B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แนวคิดเริ่มจากงานรับส่งภายในอาคารที่ต้องทำซ้ำ และต้องติดตามได้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B20F07-AF0F-4072-BA64-22A8FFA0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5735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02A43"/>
                </a:solidFill>
              </a:defRPr>
            </a:defPPr>
            <a:lvl1pPr>
              <a:defRPr sz="1875" b="1">
                <a:solidFill>
                  <a:srgbClr val="102A43"/>
                </a:solidFill>
              </a:defRPr>
            </a:lvl1pPr>
            <a:lvl2pPr>
              <a:defRPr sz="1875" b="1">
                <a:solidFill>
                  <a:srgbClr val="102A43"/>
                </a:solidFill>
              </a:defRPr>
            </a:lvl2pPr>
            <a:lvl3pPr>
              <a:defRPr sz="1875" b="1">
                <a:solidFill>
                  <a:srgbClr val="102A43"/>
                </a:solidFill>
              </a:defRPr>
            </a:lvl3pPr>
            <a:lvl4pPr>
              <a:defRPr sz="1875" b="1">
                <a:solidFill>
                  <a:srgbClr val="102A43"/>
                </a:solidFill>
              </a:defRPr>
            </a:lvl4pPr>
            <a:lvl5pPr>
              <a:defRPr sz="1875" b="1">
                <a:solidFill>
                  <a:srgbClr val="102A43"/>
                </a:solidFill>
              </a:defRPr>
            </a:lvl5pPr>
            <a:lvl6pPr>
              <a:defRPr sz="1875" b="1">
                <a:solidFill>
                  <a:srgbClr val="102A43"/>
                </a:solidFill>
              </a:defRPr>
            </a:lvl6pPr>
            <a:lvl7pPr>
              <a:defRPr sz="1875" b="1">
                <a:solidFill>
                  <a:srgbClr val="102A43"/>
                </a:solidFill>
              </a:defRPr>
            </a:lvl7pPr>
            <a:lvl8pPr>
              <a:defRPr sz="1875" b="1">
                <a:solidFill>
                  <a:srgbClr val="102A43"/>
                </a:solidFill>
              </a:defRPr>
            </a:lvl8pPr>
            <a:lvl9pPr>
              <a:defRPr sz="187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02A43"/>
                </a:solidFill>
              </a:defRPr>
            </a:pPr>
            <a:r>
              <a:rPr sz="1875" b="1">
                <a:solidFill>
                  <a:srgbClr val="102A43"/>
                </a:solidFill>
              </a:rPr>
              <a:t>เราต้องการให้หุ่นยนต์รับงานจากผู้ใช้ แล้วเดินทางระหว่างสถานีได้ด้วยตนเอง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395504-0BCB-40B0-BF33-45253E3FB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15265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8718B"/>
                </a:solidFill>
              </a:defRPr>
            </a:defPPr>
            <a:lvl1pPr>
              <a:defRPr sz="1275" b="0">
                <a:solidFill>
                  <a:srgbClr val="58718B"/>
                </a:solidFill>
              </a:defRPr>
            </a:lvl1pPr>
            <a:lvl2pPr>
              <a:defRPr sz="1275" b="0">
                <a:solidFill>
                  <a:srgbClr val="58718B"/>
                </a:solidFill>
              </a:defRPr>
            </a:lvl2pPr>
            <a:lvl3pPr>
              <a:defRPr sz="1275" b="0">
                <a:solidFill>
                  <a:srgbClr val="58718B"/>
                </a:solidFill>
              </a:defRPr>
            </a:lvl3pPr>
            <a:lvl4pPr>
              <a:defRPr sz="1275" b="0">
                <a:solidFill>
                  <a:srgbClr val="58718B"/>
                </a:solidFill>
              </a:defRPr>
            </a:lvl4pPr>
            <a:lvl5pPr>
              <a:defRPr sz="1275" b="0">
                <a:solidFill>
                  <a:srgbClr val="58718B"/>
                </a:solidFill>
              </a:defRPr>
            </a:lvl5pPr>
            <a:lvl6pPr>
              <a:defRPr sz="1275" b="0">
                <a:solidFill>
                  <a:srgbClr val="58718B"/>
                </a:solidFill>
              </a:defRPr>
            </a:lvl6pPr>
            <a:lvl7pPr>
              <a:defRPr sz="1275" b="0">
                <a:solidFill>
                  <a:srgbClr val="58718B"/>
                </a:solidFill>
              </a:defRPr>
            </a:lvl7pPr>
            <a:lvl8pPr>
              <a:defRPr sz="1275" b="0">
                <a:solidFill>
                  <a:srgbClr val="58718B"/>
                </a:solidFill>
              </a:defRPr>
            </a:lvl8pPr>
            <a:lvl9pPr>
              <a:defRPr sz="127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8718B"/>
                </a:solidFill>
              </a:defRPr>
            </a:pPr>
            <a:r>
              <a:rPr sz="1275" b="0">
                <a:solidFill>
                  <a:srgbClr val="58718B"/>
                </a:solidFill>
              </a:rPr>
              <a:t>แทนที่ผู้ใช้งานจะต้องเดินไปส่งสิ่งของทุกครั้ง หรือต้องเปิดเครื่องมือ ROS เพื่อสั่งหุ่นยนต์โดยตรง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5ADACA-EEAD-45DD-989C-7078B180F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19400"/>
            <a:ext cx="4953000" cy="1924050"/>
          </a:xfrm>
          <a:prstGeom xmlns:a="http://schemas.openxmlformats.org/drawingml/2006/main" prst="roundRect">
            <a:avLst>
              <a:gd name="adj" fmla="val 10891"/>
            </a:avLst>
          </a:prstGeom>
          <a:solidFill xmlns:a="http://schemas.openxmlformats.org/drawingml/2006/main">
            <a:srgbClr val="F2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977FF6-F30C-4249-96D2-993B4278B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A3B82"/>
                </a:solidFill>
              </a:defRPr>
            </a:defPPr>
            <a:lvl1pPr>
              <a:defRPr sz="1500" b="1">
                <a:solidFill>
                  <a:srgbClr val="0A3B82"/>
                </a:solidFill>
              </a:defRPr>
            </a:lvl1pPr>
            <a:lvl2pPr>
              <a:defRPr sz="1500" b="1">
                <a:solidFill>
                  <a:srgbClr val="0A3B82"/>
                </a:solidFill>
              </a:defRPr>
            </a:lvl2pPr>
            <a:lvl3pPr>
              <a:defRPr sz="1500" b="1">
                <a:solidFill>
                  <a:srgbClr val="0A3B82"/>
                </a:solidFill>
              </a:defRPr>
            </a:lvl3pPr>
            <a:lvl4pPr>
              <a:defRPr sz="1500" b="1">
                <a:solidFill>
                  <a:srgbClr val="0A3B82"/>
                </a:solidFill>
              </a:defRPr>
            </a:lvl4pPr>
            <a:lvl5pPr>
              <a:defRPr sz="1500" b="1">
                <a:solidFill>
                  <a:srgbClr val="0A3B82"/>
                </a:solidFill>
              </a:defRPr>
            </a:lvl5pPr>
            <a:lvl6pPr>
              <a:defRPr sz="1500" b="1">
                <a:solidFill>
                  <a:srgbClr val="0A3B82"/>
                </a:solidFill>
              </a:defRPr>
            </a:lvl6pPr>
            <a:lvl7pPr>
              <a:defRPr sz="1500" b="1">
                <a:solidFill>
                  <a:srgbClr val="0A3B82"/>
                </a:solidFill>
              </a:defRPr>
            </a:lvl7pPr>
            <a:lvl8pPr>
              <a:defRPr sz="1500" b="1">
                <a:solidFill>
                  <a:srgbClr val="0A3B82"/>
                </a:solidFill>
              </a:defRPr>
            </a:lvl8pPr>
            <a:lvl9pPr>
              <a:defRPr sz="150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A3B82"/>
                </a:solidFill>
              </a:defRPr>
            </a:pPr>
            <a:r>
              <a:rPr sz="1500" b="1">
                <a:solidFill>
                  <a:srgbClr val="0A3B82"/>
                </a:solidFill>
              </a:rPr>
              <a:t>ก่อนมีระบบนี้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EBC618-6313-4287-A1F8-C5733A753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4191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8718B"/>
                </a:solidFill>
              </a:defRPr>
            </a:defPPr>
            <a:lvl1pPr>
              <a:defRPr sz="1200" b="0">
                <a:solidFill>
                  <a:srgbClr val="58718B"/>
                </a:solidFill>
              </a:defRPr>
            </a:lvl1pPr>
            <a:lvl2pPr>
              <a:defRPr sz="1200" b="0">
                <a:solidFill>
                  <a:srgbClr val="58718B"/>
                </a:solidFill>
              </a:defRPr>
            </a:lvl2pPr>
            <a:lvl3pPr>
              <a:defRPr sz="1200" b="0">
                <a:solidFill>
                  <a:srgbClr val="58718B"/>
                </a:solidFill>
              </a:defRPr>
            </a:lvl3pPr>
            <a:lvl4pPr>
              <a:defRPr sz="1200" b="0">
                <a:solidFill>
                  <a:srgbClr val="58718B"/>
                </a:solidFill>
              </a:defRPr>
            </a:lvl4pPr>
            <a:lvl5pPr>
              <a:defRPr sz="1200" b="0">
                <a:solidFill>
                  <a:srgbClr val="58718B"/>
                </a:solidFill>
              </a:defRPr>
            </a:lvl5pPr>
            <a:lvl6pPr>
              <a:defRPr sz="1200" b="0">
                <a:solidFill>
                  <a:srgbClr val="58718B"/>
                </a:solidFill>
              </a:defRPr>
            </a:lvl6pPr>
            <a:lvl7pPr>
              <a:defRPr sz="1200" b="0">
                <a:solidFill>
                  <a:srgbClr val="58718B"/>
                </a:solidFill>
              </a:defRPr>
            </a:lvl7pPr>
            <a:lvl8pPr>
              <a:defRPr sz="1200" b="0">
                <a:solidFill>
                  <a:srgbClr val="58718B"/>
                </a:solidFill>
              </a:defRPr>
            </a:lvl8pPr>
            <a:lvl9pPr>
              <a:defRPr sz="120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18B"/>
                </a:solidFill>
              </a:defRPr>
            </a:pPr>
            <a:r>
              <a:rPr sz="1200" b="0">
                <a:solidFill>
                  <a:srgbClr val="58718B"/>
                </a:solidFill>
              </a:rPr>
              <a:t>ผู้ใช้ต้องกำหนดคำสั่งด้วยเครื่องมือของหุ่นยนต์</a:t>
            </a:r>
          </a:p>
          <a:p xmlns:a="http://schemas.openxmlformats.org/drawingml/2006/main">
            <a:pPr>
              <a:defRPr sz="1200" b="0">
                <a:solidFill>
                  <a:srgbClr val="58718B"/>
                </a:solidFill>
              </a:defRPr>
            </a:pPr>
            <a:r>
              <a:rPr sz="1200" b="0">
                <a:solidFill>
                  <a:srgbClr val="58718B"/>
                </a:solidFill>
              </a:rPr>
              <a:t>ไม่เห็นคิวงานและสถานะของภารกิจในที่เดียว</a:t>
            </a:r>
          </a:p>
          <a:p xmlns:a="http://schemas.openxmlformats.org/drawingml/2006/main">
            <a:pPr>
              <a:defRPr sz="1200" b="0">
                <a:solidFill>
                  <a:srgbClr val="58718B"/>
                </a:solidFill>
              </a:defRPr>
            </a:pPr>
            <a:r>
              <a:rPr sz="1200" b="0">
                <a:solidFill>
                  <a:srgbClr val="58718B"/>
                </a:solidFill>
              </a:rPr>
              <a:t>ตรวจสอบย้อนหลังได้ยากเมื่อภารกิจล้มเหลว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840BE1-2BF7-4201-80F8-883104C8E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819400"/>
            <a:ext cx="5867400" cy="1924050"/>
          </a:xfrm>
          <a:prstGeom xmlns:a="http://schemas.openxmlformats.org/drawingml/2006/main" prst="roundRect">
            <a:avLst>
              <a:gd name="adj" fmla="val 10891"/>
            </a:avLst>
          </a:prstGeom>
          <a:solidFill xmlns:a="http://schemas.openxmlformats.org/drawingml/2006/main">
            <a:srgbClr val="0A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0E98A5-97D5-4E97-BDE0-D98356D9D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051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FFFFF"/>
                </a:solidFill>
              </a:defRPr>
            </a:defPPr>
            <a:lvl1pPr>
              <a:defRPr sz="1500" b="1">
                <a:solidFill>
                  <a:srgbClr val="FFFFFF"/>
                </a:solidFill>
              </a:defRPr>
            </a:lvl1pPr>
            <a:lvl2pPr>
              <a:defRPr sz="1500" b="1">
                <a:solidFill>
                  <a:srgbClr val="FFFFFF"/>
                </a:solidFill>
              </a:defRPr>
            </a:lvl2pPr>
            <a:lvl3pPr>
              <a:defRPr sz="1500" b="1">
                <a:solidFill>
                  <a:srgbClr val="FFFFFF"/>
                </a:solidFill>
              </a:defRPr>
            </a:lvl3pPr>
            <a:lvl4pPr>
              <a:defRPr sz="1500" b="1">
                <a:solidFill>
                  <a:srgbClr val="FFFFFF"/>
                </a:solidFill>
              </a:defRPr>
            </a:lvl4pPr>
            <a:lvl5pPr>
              <a:defRPr sz="1500" b="1">
                <a:solidFill>
                  <a:srgbClr val="FFFFFF"/>
                </a:solidFill>
              </a:defRPr>
            </a:lvl5pPr>
            <a:lvl6pPr>
              <a:defRPr sz="1500" b="1">
                <a:solidFill>
                  <a:srgbClr val="FFFFFF"/>
                </a:solidFill>
              </a:defRPr>
            </a:lvl6pPr>
            <a:lvl7pPr>
              <a:defRPr sz="1500" b="1">
                <a:solidFill>
                  <a:srgbClr val="FFFFFF"/>
                </a:solidFill>
              </a:defRPr>
            </a:lvl7pPr>
            <a:lvl8pPr>
              <a:defRPr sz="1500" b="1">
                <a:solidFill>
                  <a:srgbClr val="FFFFFF"/>
                </a:solidFill>
              </a:defRPr>
            </a:lvl8pPr>
            <a:lvl9pPr>
              <a:defRPr sz="15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แนวคิดของโครงงาน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7294FC-F26E-4E1D-9F45-13793B59F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62350"/>
            <a:ext cx="5048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FFFFFF"/>
                </a:solidFill>
              </a:defRPr>
            </a:defPPr>
            <a:lvl1pPr>
              <a:defRPr sz="1200" b="0">
                <a:solidFill>
                  <a:srgbClr val="FFFFFF"/>
                </a:solidFill>
              </a:defRPr>
            </a:lvl1pPr>
            <a:lvl2pPr>
              <a:defRPr sz="1200" b="0">
                <a:solidFill>
                  <a:srgbClr val="FFFFFF"/>
                </a:solidFill>
              </a:defRPr>
            </a:lvl2pPr>
            <a:lvl3pPr>
              <a:defRPr sz="1200" b="0">
                <a:solidFill>
                  <a:srgbClr val="FFFFFF"/>
                </a:solidFill>
              </a:defRPr>
            </a:lvl3pPr>
            <a:lvl4pPr>
              <a:defRPr sz="1200" b="0">
                <a:solidFill>
                  <a:srgbClr val="FFFFFF"/>
                </a:solidFill>
              </a:defRPr>
            </a:lvl4pPr>
            <a:lvl5pPr>
              <a:defRPr sz="1200" b="0">
                <a:solidFill>
                  <a:srgbClr val="FFFFFF"/>
                </a:solidFill>
              </a:defRPr>
            </a:lvl5pPr>
            <a:lvl6pPr>
              <a:defRPr sz="1200" b="0">
                <a:solidFill>
                  <a:srgbClr val="FFFFFF"/>
                </a:solidFill>
              </a:defRPr>
            </a:lvl6pPr>
            <a:lvl7pPr>
              <a:defRPr sz="1200" b="0">
                <a:solidFill>
                  <a:srgbClr val="FFFFFF"/>
                </a:solidFill>
              </a:defRPr>
            </a:lvl7pPr>
            <a:lvl8pPr>
              <a:defRPr sz="1200" b="0">
                <a:solidFill>
                  <a:srgbClr val="FFFFFF"/>
                </a:solidFill>
              </a:defRPr>
            </a:lvl8pPr>
            <a:lvl9pPr>
              <a:defRPr sz="120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สร้างฐานหุ่นยนต์ที่รับภารกิจจากเว็บ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เดินทางไปยังสถานีรับของและสถานีปลายทาง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ส่งสถานะกลับให้ผู้ใช้ติดตามได้ตลอดกระบวนการ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420F36-7F6C-4D45-B829-F427B08CE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43500"/>
            <a:ext cx="11239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A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A7F6A9-B240-4B66-9FE2-EB44D5D6E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4483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678BE"/>
                </a:solidFill>
              </a:defRPr>
            </a:defPPr>
            <a:lvl1pPr>
              <a:defRPr sz="1125" b="1">
                <a:solidFill>
                  <a:srgbClr val="1678BE"/>
                </a:solidFill>
              </a:defRPr>
            </a:lvl1pPr>
            <a:lvl2pPr>
              <a:defRPr sz="1125" b="1">
                <a:solidFill>
                  <a:srgbClr val="1678BE"/>
                </a:solidFill>
              </a:defRPr>
            </a:lvl2pPr>
            <a:lvl3pPr>
              <a:defRPr sz="1125" b="1">
                <a:solidFill>
                  <a:srgbClr val="1678BE"/>
                </a:solidFill>
              </a:defRPr>
            </a:lvl3pPr>
            <a:lvl4pPr>
              <a:defRPr sz="1125" b="1">
                <a:solidFill>
                  <a:srgbClr val="1678BE"/>
                </a:solidFill>
              </a:defRPr>
            </a:lvl4pPr>
            <a:lvl5pPr>
              <a:defRPr sz="1125" b="1">
                <a:solidFill>
                  <a:srgbClr val="1678BE"/>
                </a:solidFill>
              </a:defRPr>
            </a:lvl5pPr>
            <a:lvl6pPr>
              <a:defRPr sz="1125" b="1">
                <a:solidFill>
                  <a:srgbClr val="1678BE"/>
                </a:solidFill>
              </a:defRPr>
            </a:lvl6pPr>
            <a:lvl7pPr>
              <a:defRPr sz="1125" b="1">
                <a:solidFill>
                  <a:srgbClr val="1678BE"/>
                </a:solidFill>
              </a:defRPr>
            </a:lvl7pPr>
            <a:lvl8pPr>
              <a:defRPr sz="1125" b="1">
                <a:solidFill>
                  <a:srgbClr val="1678BE"/>
                </a:solidFill>
              </a:defRPr>
            </a:lvl8pPr>
            <a:lvl9pPr>
              <a:defRPr sz="11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678BE"/>
                </a:solidFill>
              </a:defRPr>
            </a:pPr>
            <a:r>
              <a:rPr sz="1125" b="1">
                <a:solidFill>
                  <a:srgbClr val="1678BE"/>
                </a:solidFill>
              </a:rPr>
              <a:t>ผลที่ต้องการ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40A957-7469-4F79-BC68-2E5D46C09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410200"/>
            <a:ext cx="962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2A43"/>
                </a:solidFill>
              </a:defRPr>
            </a:defPPr>
            <a:lvl1pPr>
              <a:defRPr sz="1350" b="1">
                <a:solidFill>
                  <a:srgbClr val="102A43"/>
                </a:solidFill>
              </a:defRPr>
            </a:lvl1pPr>
            <a:lvl2pPr>
              <a:defRPr sz="1350" b="1">
                <a:solidFill>
                  <a:srgbClr val="102A43"/>
                </a:solidFill>
              </a:defRPr>
            </a:lvl2pPr>
            <a:lvl3pPr>
              <a:defRPr sz="1350" b="1">
                <a:solidFill>
                  <a:srgbClr val="102A43"/>
                </a:solidFill>
              </a:defRPr>
            </a:lvl3pPr>
            <a:lvl4pPr>
              <a:defRPr sz="1350" b="1">
                <a:solidFill>
                  <a:srgbClr val="102A43"/>
                </a:solidFill>
              </a:defRPr>
            </a:lvl4pPr>
            <a:lvl5pPr>
              <a:defRPr sz="1350" b="1">
                <a:solidFill>
                  <a:srgbClr val="102A43"/>
                </a:solidFill>
              </a:defRPr>
            </a:lvl5pPr>
            <a:lvl6pPr>
              <a:defRPr sz="1350" b="1">
                <a:solidFill>
                  <a:srgbClr val="102A43"/>
                </a:solidFill>
              </a:defRPr>
            </a:lvl6pPr>
            <a:lvl7pPr>
              <a:defRPr sz="1350" b="1">
                <a:solidFill>
                  <a:srgbClr val="102A43"/>
                </a:solidFill>
              </a:defRPr>
            </a:lvl7pPr>
            <a:lvl8pPr>
              <a:defRPr sz="1350" b="1">
                <a:solidFill>
                  <a:srgbClr val="102A43"/>
                </a:solidFill>
              </a:defRPr>
            </a:lvl8pPr>
            <a:lvl9pPr>
              <a:defRPr sz="13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ผู้ใช้สร้างภารกิจ ติดตามสถานะ และดูประวัติได้จากเว็บ โดยไม่ต้องสั่ง ROS 2 โดยตรง</a:t>
            </a:r>
          </a:p>
        </p:txBody>
      </p:sp>
    </p:spTree>
    <p:extLst>
      <p:ext uri="{BB962C8B-B14F-4D97-AF65-F5344CB8AC3E}">
        <p14:creationId xmlns:p14="http://schemas.microsoft.com/office/powerpoint/2010/main" val="234808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C0C85E-1A20-4F35-A01A-8877D4C8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PROJECT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4ECE4D-BBFD-4D2B-B8E9-080C9E39D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2518DB-E5FC-44B8-99BD-D2DE98B6B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แนวคิดการทำงานของต้นแบบ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7A14AD-F871-4809-9AF1-49CF0EE9F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E656C4-D55F-45D2-B42B-198F2BF7B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หนึ่งภารกิจเชื่อมผู้ใช้งาน เว็บ ระบบนำทาง และหุ่นยนต์เข้าด้วยกัน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4563AB-5808-4349-8471-70F9ECCEC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81200"/>
            <a:ext cx="2400300" cy="24003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2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D65F78-FE44-4600-855C-480940562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678BE"/>
                </a:solidFill>
              </a:defRPr>
            </a:defPPr>
            <a:lvl1pPr>
              <a:defRPr sz="1050" b="1">
                <a:solidFill>
                  <a:srgbClr val="1678BE"/>
                </a:solidFill>
              </a:defRPr>
            </a:lvl1pPr>
            <a:lvl2pPr>
              <a:defRPr sz="1050" b="1">
                <a:solidFill>
                  <a:srgbClr val="1678BE"/>
                </a:solidFill>
              </a:defRPr>
            </a:lvl2pPr>
            <a:lvl3pPr>
              <a:defRPr sz="1050" b="1">
                <a:solidFill>
                  <a:srgbClr val="1678BE"/>
                </a:solidFill>
              </a:defRPr>
            </a:lvl3pPr>
            <a:lvl4pPr>
              <a:defRPr sz="1050" b="1">
                <a:solidFill>
                  <a:srgbClr val="1678BE"/>
                </a:solidFill>
              </a:defRPr>
            </a:lvl4pPr>
            <a:lvl5pPr>
              <a:defRPr sz="1050" b="1">
                <a:solidFill>
                  <a:srgbClr val="1678BE"/>
                </a:solidFill>
              </a:defRPr>
            </a:lvl5pPr>
            <a:lvl6pPr>
              <a:defRPr sz="1050" b="1">
                <a:solidFill>
                  <a:srgbClr val="1678BE"/>
                </a:solidFill>
              </a:defRPr>
            </a:lvl6pPr>
            <a:lvl7pPr>
              <a:defRPr sz="1050" b="1">
                <a:solidFill>
                  <a:srgbClr val="1678BE"/>
                </a:solidFill>
              </a:defRPr>
            </a:lvl7pPr>
            <a:lvl8pPr>
              <a:defRPr sz="1050" b="1">
                <a:solidFill>
                  <a:srgbClr val="1678BE"/>
                </a:solidFill>
              </a:defRPr>
            </a:lvl8pPr>
            <a:lvl9pPr>
              <a:defRPr sz="105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678BE"/>
                </a:solidFill>
              </a:defRPr>
            </a:pPr>
            <a:r>
              <a:rPr sz="1050" b="1">
                <a:solidFill>
                  <a:srgbClr val="1678BE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DAF5D2-62DE-460F-AD67-398F78697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86050"/>
            <a:ext cx="1943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A3B82"/>
                </a:solidFill>
              </a:defRPr>
            </a:defPPr>
            <a:lvl1pPr>
              <a:defRPr sz="1500" b="1">
                <a:solidFill>
                  <a:srgbClr val="0A3B82"/>
                </a:solidFill>
              </a:defRPr>
            </a:lvl1pPr>
            <a:lvl2pPr>
              <a:defRPr sz="1500" b="1">
                <a:solidFill>
                  <a:srgbClr val="0A3B82"/>
                </a:solidFill>
              </a:defRPr>
            </a:lvl2pPr>
            <a:lvl3pPr>
              <a:defRPr sz="1500" b="1">
                <a:solidFill>
                  <a:srgbClr val="0A3B82"/>
                </a:solidFill>
              </a:defRPr>
            </a:lvl3pPr>
            <a:lvl4pPr>
              <a:defRPr sz="1500" b="1">
                <a:solidFill>
                  <a:srgbClr val="0A3B82"/>
                </a:solidFill>
              </a:defRPr>
            </a:lvl4pPr>
            <a:lvl5pPr>
              <a:defRPr sz="1500" b="1">
                <a:solidFill>
                  <a:srgbClr val="0A3B82"/>
                </a:solidFill>
              </a:defRPr>
            </a:lvl5pPr>
            <a:lvl6pPr>
              <a:defRPr sz="1500" b="1">
                <a:solidFill>
                  <a:srgbClr val="0A3B82"/>
                </a:solidFill>
              </a:defRPr>
            </a:lvl6pPr>
            <a:lvl7pPr>
              <a:defRPr sz="1500" b="1">
                <a:solidFill>
                  <a:srgbClr val="0A3B82"/>
                </a:solidFill>
              </a:defRPr>
            </a:lvl7pPr>
            <a:lvl8pPr>
              <a:defRPr sz="1500" b="1">
                <a:solidFill>
                  <a:srgbClr val="0A3B82"/>
                </a:solidFill>
              </a:defRPr>
            </a:lvl8pPr>
            <a:lvl9pPr>
              <a:defRPr sz="150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A3B82"/>
                </a:solidFill>
              </a:defRPr>
            </a:pPr>
            <a:r>
              <a:rPr sz="1500" b="1">
                <a:solidFill>
                  <a:srgbClr val="0A3B82"/>
                </a:solidFill>
              </a:rPr>
              <a:t>CREATE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640D21-3459-4132-8503-1C099310B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1943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ผู้ใช้เลือกสถานีรับของและปลายทาง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3F48CE-594E-4EE3-8DB6-6A9392625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181350"/>
            <a:ext cx="3238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55BD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60C2A1-DDBC-460B-BD07-6B08C3B68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81200"/>
            <a:ext cx="2400300" cy="24003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15391D-C2E6-4D80-9674-789A58ED2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90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678BE"/>
                </a:solidFill>
              </a:defRPr>
            </a:defPPr>
            <a:lvl1pPr>
              <a:defRPr sz="1050" b="1">
                <a:solidFill>
                  <a:srgbClr val="1678BE"/>
                </a:solidFill>
              </a:defRPr>
            </a:lvl1pPr>
            <a:lvl2pPr>
              <a:defRPr sz="1050" b="1">
                <a:solidFill>
                  <a:srgbClr val="1678BE"/>
                </a:solidFill>
              </a:defRPr>
            </a:lvl2pPr>
            <a:lvl3pPr>
              <a:defRPr sz="1050" b="1">
                <a:solidFill>
                  <a:srgbClr val="1678BE"/>
                </a:solidFill>
              </a:defRPr>
            </a:lvl3pPr>
            <a:lvl4pPr>
              <a:defRPr sz="1050" b="1">
                <a:solidFill>
                  <a:srgbClr val="1678BE"/>
                </a:solidFill>
              </a:defRPr>
            </a:lvl4pPr>
            <a:lvl5pPr>
              <a:defRPr sz="1050" b="1">
                <a:solidFill>
                  <a:srgbClr val="1678BE"/>
                </a:solidFill>
              </a:defRPr>
            </a:lvl5pPr>
            <a:lvl6pPr>
              <a:defRPr sz="1050" b="1">
                <a:solidFill>
                  <a:srgbClr val="1678BE"/>
                </a:solidFill>
              </a:defRPr>
            </a:lvl6pPr>
            <a:lvl7pPr>
              <a:defRPr sz="1050" b="1">
                <a:solidFill>
                  <a:srgbClr val="1678BE"/>
                </a:solidFill>
              </a:defRPr>
            </a:lvl7pPr>
            <a:lvl8pPr>
              <a:defRPr sz="1050" b="1">
                <a:solidFill>
                  <a:srgbClr val="1678BE"/>
                </a:solidFill>
              </a:defRPr>
            </a:lvl8pPr>
            <a:lvl9pPr>
              <a:defRPr sz="105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678BE"/>
                </a:solidFill>
              </a:defRPr>
            </a:pPr>
            <a:r>
              <a:rPr sz="1050" b="1">
                <a:solidFill>
                  <a:srgbClr val="1678BE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334C2E-46A1-4293-961A-517669D10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86050"/>
            <a:ext cx="1943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A3B82"/>
                </a:solidFill>
              </a:defRPr>
            </a:defPPr>
            <a:lvl1pPr>
              <a:defRPr sz="1500" b="1">
                <a:solidFill>
                  <a:srgbClr val="0A3B82"/>
                </a:solidFill>
              </a:defRPr>
            </a:lvl1pPr>
            <a:lvl2pPr>
              <a:defRPr sz="1500" b="1">
                <a:solidFill>
                  <a:srgbClr val="0A3B82"/>
                </a:solidFill>
              </a:defRPr>
            </a:lvl2pPr>
            <a:lvl3pPr>
              <a:defRPr sz="1500" b="1">
                <a:solidFill>
                  <a:srgbClr val="0A3B82"/>
                </a:solidFill>
              </a:defRPr>
            </a:lvl3pPr>
            <a:lvl4pPr>
              <a:defRPr sz="1500" b="1">
                <a:solidFill>
                  <a:srgbClr val="0A3B82"/>
                </a:solidFill>
              </a:defRPr>
            </a:lvl4pPr>
            <a:lvl5pPr>
              <a:defRPr sz="1500" b="1">
                <a:solidFill>
                  <a:srgbClr val="0A3B82"/>
                </a:solidFill>
              </a:defRPr>
            </a:lvl5pPr>
            <a:lvl6pPr>
              <a:defRPr sz="1500" b="1">
                <a:solidFill>
                  <a:srgbClr val="0A3B82"/>
                </a:solidFill>
              </a:defRPr>
            </a:lvl6pPr>
            <a:lvl7pPr>
              <a:defRPr sz="1500" b="1">
                <a:solidFill>
                  <a:srgbClr val="0A3B82"/>
                </a:solidFill>
              </a:defRPr>
            </a:lvl7pPr>
            <a:lvl8pPr>
              <a:defRPr sz="1500" b="1">
                <a:solidFill>
                  <a:srgbClr val="0A3B82"/>
                </a:solidFill>
              </a:defRPr>
            </a:lvl8pPr>
            <a:lvl9pPr>
              <a:defRPr sz="150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A3B82"/>
                </a:solidFill>
              </a:defRPr>
            </a:pPr>
            <a:r>
              <a:rPr sz="1500" b="1">
                <a:solidFill>
                  <a:srgbClr val="0A3B82"/>
                </a:solidFill>
              </a:rPr>
              <a:t>ASSIGN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E93239-940B-4DB7-B6B4-CDBE5CBD8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38500"/>
            <a:ext cx="1943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เว็บส่งภารกิจผ่าน Robot Agent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64BC5C-CBC4-4CC9-AE2D-883602B84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181350"/>
            <a:ext cx="3238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55BD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AAC1A6-3FC2-4D71-A305-0672AE110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81200"/>
            <a:ext cx="2400300" cy="24003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A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C0181A-544A-4818-A300-A9F64EA1C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90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55BDD8"/>
                </a:solidFill>
              </a:defRPr>
            </a:defPPr>
            <a:lvl1pPr>
              <a:defRPr sz="1050" b="1">
                <a:solidFill>
                  <a:srgbClr val="55BDD8"/>
                </a:solidFill>
              </a:defRPr>
            </a:lvl1pPr>
            <a:lvl2pPr>
              <a:defRPr sz="1050" b="1">
                <a:solidFill>
                  <a:srgbClr val="55BDD8"/>
                </a:solidFill>
              </a:defRPr>
            </a:lvl2pPr>
            <a:lvl3pPr>
              <a:defRPr sz="1050" b="1">
                <a:solidFill>
                  <a:srgbClr val="55BDD8"/>
                </a:solidFill>
              </a:defRPr>
            </a:lvl3pPr>
            <a:lvl4pPr>
              <a:defRPr sz="1050" b="1">
                <a:solidFill>
                  <a:srgbClr val="55BDD8"/>
                </a:solidFill>
              </a:defRPr>
            </a:lvl4pPr>
            <a:lvl5pPr>
              <a:defRPr sz="1050" b="1">
                <a:solidFill>
                  <a:srgbClr val="55BDD8"/>
                </a:solidFill>
              </a:defRPr>
            </a:lvl5pPr>
            <a:lvl6pPr>
              <a:defRPr sz="1050" b="1">
                <a:solidFill>
                  <a:srgbClr val="55BDD8"/>
                </a:solidFill>
              </a:defRPr>
            </a:lvl6pPr>
            <a:lvl7pPr>
              <a:defRPr sz="1050" b="1">
                <a:solidFill>
                  <a:srgbClr val="55BDD8"/>
                </a:solidFill>
              </a:defRPr>
            </a:lvl7pPr>
            <a:lvl8pPr>
              <a:defRPr sz="1050" b="1">
                <a:solidFill>
                  <a:srgbClr val="55BDD8"/>
                </a:solidFill>
              </a:defRPr>
            </a:lvl8pPr>
            <a:lvl9pPr>
              <a:defRPr sz="1050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55BDD8"/>
                </a:solidFill>
              </a:defRPr>
            </a:pPr>
            <a:r>
              <a:rPr sz="1050" b="1">
                <a:solidFill>
                  <a:srgbClr val="55BDD8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ECF16E-6E37-4CCE-9383-7630CCF10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86050"/>
            <a:ext cx="1943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FFFFF"/>
                </a:solidFill>
              </a:defRPr>
            </a:defPPr>
            <a:lvl1pPr>
              <a:defRPr sz="1500" b="1">
                <a:solidFill>
                  <a:srgbClr val="FFFFFF"/>
                </a:solidFill>
              </a:defRPr>
            </a:lvl1pPr>
            <a:lvl2pPr>
              <a:defRPr sz="1500" b="1">
                <a:solidFill>
                  <a:srgbClr val="FFFFFF"/>
                </a:solidFill>
              </a:defRPr>
            </a:lvl2pPr>
            <a:lvl3pPr>
              <a:defRPr sz="1500" b="1">
                <a:solidFill>
                  <a:srgbClr val="FFFFFF"/>
                </a:solidFill>
              </a:defRPr>
            </a:lvl3pPr>
            <a:lvl4pPr>
              <a:defRPr sz="1500" b="1">
                <a:solidFill>
                  <a:srgbClr val="FFFFFF"/>
                </a:solidFill>
              </a:defRPr>
            </a:lvl4pPr>
            <a:lvl5pPr>
              <a:defRPr sz="1500" b="1">
                <a:solidFill>
                  <a:srgbClr val="FFFFFF"/>
                </a:solidFill>
              </a:defRPr>
            </a:lvl5pPr>
            <a:lvl6pPr>
              <a:defRPr sz="1500" b="1">
                <a:solidFill>
                  <a:srgbClr val="FFFFFF"/>
                </a:solidFill>
              </a:defRPr>
            </a:lvl6pPr>
            <a:lvl7pPr>
              <a:defRPr sz="1500" b="1">
                <a:solidFill>
                  <a:srgbClr val="FFFFFF"/>
                </a:solidFill>
              </a:defRPr>
            </a:lvl7pPr>
            <a:lvl8pPr>
              <a:defRPr sz="1500" b="1">
                <a:solidFill>
                  <a:srgbClr val="FFFFFF"/>
                </a:solidFill>
              </a:defRPr>
            </a:lvl8pPr>
            <a:lvl9pPr>
              <a:defRPr sz="15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NAVIGATE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283961-3EDF-427D-83E2-ADF2175F2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38500"/>
            <a:ext cx="1943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FFFFFF"/>
                </a:solidFill>
              </a:defRPr>
            </a:defPPr>
            <a:lvl1pPr>
              <a:defRPr sz="1125" b="0">
                <a:solidFill>
                  <a:srgbClr val="FFFFFF"/>
                </a:solidFill>
              </a:defRPr>
            </a:lvl1pPr>
            <a:lvl2pPr>
              <a:defRPr sz="1125" b="0">
                <a:solidFill>
                  <a:srgbClr val="FFFFFF"/>
                </a:solidFill>
              </a:defRPr>
            </a:lvl2pPr>
            <a:lvl3pPr>
              <a:defRPr sz="1125" b="0">
                <a:solidFill>
                  <a:srgbClr val="FFFFFF"/>
                </a:solidFill>
              </a:defRPr>
            </a:lvl3pPr>
            <a:lvl4pPr>
              <a:defRPr sz="1125" b="0">
                <a:solidFill>
                  <a:srgbClr val="FFFFFF"/>
                </a:solidFill>
              </a:defRPr>
            </a:lvl4pPr>
            <a:lvl5pPr>
              <a:defRPr sz="1125" b="0">
                <a:solidFill>
                  <a:srgbClr val="FFFFFF"/>
                </a:solidFill>
              </a:defRPr>
            </a:lvl5pPr>
            <a:lvl6pPr>
              <a:defRPr sz="1125" b="0">
                <a:solidFill>
                  <a:srgbClr val="FFFFFF"/>
                </a:solidFill>
              </a:defRPr>
            </a:lvl6pPr>
            <a:lvl7pPr>
              <a:defRPr sz="1125" b="0">
                <a:solidFill>
                  <a:srgbClr val="FFFFFF"/>
                </a:solidFill>
              </a:defRPr>
            </a:lvl7pPr>
            <a:lvl8pPr>
              <a:defRPr sz="1125" b="0">
                <a:solidFill>
                  <a:srgbClr val="FFFFFF"/>
                </a:solidFill>
              </a:defRPr>
            </a:lvl8pPr>
            <a:lvl9pPr>
              <a:defRPr sz="11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ROS 2 และ Nav2 พาหุ่นยนต์เคลื่อนที่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BDF4CB-C5C2-4FFE-893A-917AD621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81350"/>
            <a:ext cx="3238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55BD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468F51-48CA-4C02-8FF6-C8AE3A6E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981200"/>
            <a:ext cx="2400300" cy="24003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4F0DBB-4EE5-41D9-A1BD-3A521D06E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90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678BE"/>
                </a:solidFill>
              </a:defRPr>
            </a:defPPr>
            <a:lvl1pPr>
              <a:defRPr sz="1050" b="1">
                <a:solidFill>
                  <a:srgbClr val="1678BE"/>
                </a:solidFill>
              </a:defRPr>
            </a:lvl1pPr>
            <a:lvl2pPr>
              <a:defRPr sz="1050" b="1">
                <a:solidFill>
                  <a:srgbClr val="1678BE"/>
                </a:solidFill>
              </a:defRPr>
            </a:lvl2pPr>
            <a:lvl3pPr>
              <a:defRPr sz="1050" b="1">
                <a:solidFill>
                  <a:srgbClr val="1678BE"/>
                </a:solidFill>
              </a:defRPr>
            </a:lvl3pPr>
            <a:lvl4pPr>
              <a:defRPr sz="1050" b="1">
                <a:solidFill>
                  <a:srgbClr val="1678BE"/>
                </a:solidFill>
              </a:defRPr>
            </a:lvl4pPr>
            <a:lvl5pPr>
              <a:defRPr sz="1050" b="1">
                <a:solidFill>
                  <a:srgbClr val="1678BE"/>
                </a:solidFill>
              </a:defRPr>
            </a:lvl5pPr>
            <a:lvl6pPr>
              <a:defRPr sz="1050" b="1">
                <a:solidFill>
                  <a:srgbClr val="1678BE"/>
                </a:solidFill>
              </a:defRPr>
            </a:lvl6pPr>
            <a:lvl7pPr>
              <a:defRPr sz="1050" b="1">
                <a:solidFill>
                  <a:srgbClr val="1678BE"/>
                </a:solidFill>
              </a:defRPr>
            </a:lvl7pPr>
            <a:lvl8pPr>
              <a:defRPr sz="1050" b="1">
                <a:solidFill>
                  <a:srgbClr val="1678BE"/>
                </a:solidFill>
              </a:defRPr>
            </a:lvl8pPr>
            <a:lvl9pPr>
              <a:defRPr sz="105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678BE"/>
                </a:solidFill>
              </a:defRPr>
            </a:pPr>
            <a:r>
              <a:rPr sz="1050" b="1">
                <a:solidFill>
                  <a:srgbClr val="1678BE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9A5365-CECD-4870-A14C-457C9A45B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86050"/>
            <a:ext cx="1943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A3B82"/>
                </a:solidFill>
              </a:defRPr>
            </a:defPPr>
            <a:lvl1pPr>
              <a:defRPr sz="1500" b="1">
                <a:solidFill>
                  <a:srgbClr val="0A3B82"/>
                </a:solidFill>
              </a:defRPr>
            </a:lvl1pPr>
            <a:lvl2pPr>
              <a:defRPr sz="1500" b="1">
                <a:solidFill>
                  <a:srgbClr val="0A3B82"/>
                </a:solidFill>
              </a:defRPr>
            </a:lvl2pPr>
            <a:lvl3pPr>
              <a:defRPr sz="1500" b="1">
                <a:solidFill>
                  <a:srgbClr val="0A3B82"/>
                </a:solidFill>
              </a:defRPr>
            </a:lvl3pPr>
            <a:lvl4pPr>
              <a:defRPr sz="1500" b="1">
                <a:solidFill>
                  <a:srgbClr val="0A3B82"/>
                </a:solidFill>
              </a:defRPr>
            </a:lvl4pPr>
            <a:lvl5pPr>
              <a:defRPr sz="1500" b="1">
                <a:solidFill>
                  <a:srgbClr val="0A3B82"/>
                </a:solidFill>
              </a:defRPr>
            </a:lvl5pPr>
            <a:lvl6pPr>
              <a:defRPr sz="1500" b="1">
                <a:solidFill>
                  <a:srgbClr val="0A3B82"/>
                </a:solidFill>
              </a:defRPr>
            </a:lvl6pPr>
            <a:lvl7pPr>
              <a:defRPr sz="1500" b="1">
                <a:solidFill>
                  <a:srgbClr val="0A3B82"/>
                </a:solidFill>
              </a:defRPr>
            </a:lvl7pPr>
            <a:lvl8pPr>
              <a:defRPr sz="1500" b="1">
                <a:solidFill>
                  <a:srgbClr val="0A3B82"/>
                </a:solidFill>
              </a:defRPr>
            </a:lvl8pPr>
            <a:lvl9pPr>
              <a:defRPr sz="150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A3B82"/>
                </a:solidFill>
              </a:defRPr>
            </a:pPr>
            <a:r>
              <a:rPr sz="1500" b="1">
                <a:solidFill>
                  <a:srgbClr val="0A3B82"/>
                </a:solidFill>
              </a:rPr>
              <a:t>TRACK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D0DA17-B4A0-4055-B88D-7DA5EC0AC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38500"/>
            <a:ext cx="1943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สถานะและเหตุการณ์ส่งกลับสู่หน้าเว็บ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5870AA-CEE8-47CC-90E5-D207CECA9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72050"/>
            <a:ext cx="1123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2A43"/>
                </a:solidFill>
              </a:defRPr>
            </a:defPPr>
            <a:lvl1pPr>
              <a:defRPr sz="1350" b="1">
                <a:solidFill>
                  <a:srgbClr val="102A43"/>
                </a:solidFill>
              </a:defRPr>
            </a:lvl1pPr>
            <a:lvl2pPr>
              <a:defRPr sz="1350" b="1">
                <a:solidFill>
                  <a:srgbClr val="102A43"/>
                </a:solidFill>
              </a:defRPr>
            </a:lvl2pPr>
            <a:lvl3pPr>
              <a:defRPr sz="1350" b="1">
                <a:solidFill>
                  <a:srgbClr val="102A43"/>
                </a:solidFill>
              </a:defRPr>
            </a:lvl3pPr>
            <a:lvl4pPr>
              <a:defRPr sz="1350" b="1">
                <a:solidFill>
                  <a:srgbClr val="102A43"/>
                </a:solidFill>
              </a:defRPr>
            </a:lvl4pPr>
            <a:lvl5pPr>
              <a:defRPr sz="1350" b="1">
                <a:solidFill>
                  <a:srgbClr val="102A43"/>
                </a:solidFill>
              </a:defRPr>
            </a:lvl5pPr>
            <a:lvl6pPr>
              <a:defRPr sz="1350" b="1">
                <a:solidFill>
                  <a:srgbClr val="102A43"/>
                </a:solidFill>
              </a:defRPr>
            </a:lvl6pPr>
            <a:lvl7pPr>
              <a:defRPr sz="1350" b="1">
                <a:solidFill>
                  <a:srgbClr val="102A43"/>
                </a:solidFill>
              </a:defRPr>
            </a:lvl7pPr>
            <a:lvl8pPr>
              <a:defRPr sz="1350" b="1">
                <a:solidFill>
                  <a:srgbClr val="102A43"/>
                </a:solidFill>
              </a:defRPr>
            </a:lvl8pPr>
            <a:lvl9pPr>
              <a:defRPr sz="13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ต้นแบบนี้มุ่งพิสูจน์การทำงานร่วมกันของทั้งระบบ มากกว่าการทดสอบการบรรทุกสิ่งของจริง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96450F-6577-493E-940F-3101F071E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410200"/>
            <a:ext cx="1123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การวางและรับสิ่งของยังยืนยันผ่านเว็บ และฐานหุ่นยนต์ยังไม่มีโครงสร้างบรรทุกเฉพาะ</a:t>
            </a:r>
          </a:p>
        </p:txBody>
      </p:sp>
    </p:spTree>
    <p:extLst>
      <p:ext uri="{BB962C8B-B14F-4D97-AF65-F5344CB8AC3E}">
        <p14:creationId xmlns:p14="http://schemas.microsoft.com/office/powerpoint/2010/main" val="18870437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E6E143-D73D-405D-8B5A-B8E3EF2C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PROJECT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6273D4-0775-42C9-B031-2E194DC21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B0EA32-F510-4E81-8CDC-30EDF4B9B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วัตถุประสงค์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CF10E1-29B8-4118-9833-747A6E95B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D9C070-97FE-41E9-B8F4-8F25C0579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สิ่งที่โครงงานตั้งใจออกแบบ พัฒนา และทดสอบ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5BFDDE-18D7-4622-91DF-7B70D2388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02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678BE"/>
                </a:solidFill>
              </a:defRPr>
            </a:defPPr>
            <a:lvl1pPr>
              <a:defRPr sz="1125" b="1">
                <a:solidFill>
                  <a:srgbClr val="1678BE"/>
                </a:solidFill>
              </a:defRPr>
            </a:lvl1pPr>
            <a:lvl2pPr>
              <a:defRPr sz="1125" b="1">
                <a:solidFill>
                  <a:srgbClr val="1678BE"/>
                </a:solidFill>
              </a:defRPr>
            </a:lvl2pPr>
            <a:lvl3pPr>
              <a:defRPr sz="1125" b="1">
                <a:solidFill>
                  <a:srgbClr val="1678BE"/>
                </a:solidFill>
              </a:defRPr>
            </a:lvl3pPr>
            <a:lvl4pPr>
              <a:defRPr sz="1125" b="1">
                <a:solidFill>
                  <a:srgbClr val="1678BE"/>
                </a:solidFill>
              </a:defRPr>
            </a:lvl4pPr>
            <a:lvl5pPr>
              <a:defRPr sz="1125" b="1">
                <a:solidFill>
                  <a:srgbClr val="1678BE"/>
                </a:solidFill>
              </a:defRPr>
            </a:lvl5pPr>
            <a:lvl6pPr>
              <a:defRPr sz="1125" b="1">
                <a:solidFill>
                  <a:srgbClr val="1678BE"/>
                </a:solidFill>
              </a:defRPr>
            </a:lvl6pPr>
            <a:lvl7pPr>
              <a:defRPr sz="1125" b="1">
                <a:solidFill>
                  <a:srgbClr val="1678BE"/>
                </a:solidFill>
              </a:defRPr>
            </a:lvl7pPr>
            <a:lvl8pPr>
              <a:defRPr sz="1125" b="1">
                <a:solidFill>
                  <a:srgbClr val="1678BE"/>
                </a:solidFill>
              </a:defRPr>
            </a:lvl8pPr>
            <a:lvl9pPr>
              <a:defRPr sz="11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678BE"/>
                </a:solidFill>
              </a:defRPr>
            </a:pPr>
            <a:r>
              <a:rPr sz="1125" b="1">
                <a:solidFill>
                  <a:srgbClr val="1678BE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83796C-D1AF-4E27-9E68-63A292F3D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62125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  <a:lvl1pPr>
              <a:defRPr sz="1500" b="1">
                <a:solidFill>
                  <a:srgbClr val="102A43"/>
                </a:solidFill>
              </a:defRPr>
            </a:lvl1pPr>
            <a:lvl2pPr>
              <a:defRPr sz="1500" b="1">
                <a:solidFill>
                  <a:srgbClr val="102A43"/>
                </a:solidFill>
              </a:defRPr>
            </a:lvl2pPr>
            <a:lvl3pPr>
              <a:defRPr sz="1500" b="1">
                <a:solidFill>
                  <a:srgbClr val="102A43"/>
                </a:solidFill>
              </a:defRPr>
            </a:lvl3pPr>
            <a:lvl4pPr>
              <a:defRPr sz="1500" b="1">
                <a:solidFill>
                  <a:srgbClr val="102A43"/>
                </a:solidFill>
              </a:defRPr>
            </a:lvl4pPr>
            <a:lvl5pPr>
              <a:defRPr sz="1500" b="1">
                <a:solidFill>
                  <a:srgbClr val="102A43"/>
                </a:solidFill>
              </a:defRPr>
            </a:lvl5pPr>
            <a:lvl6pPr>
              <a:defRPr sz="1500" b="1">
                <a:solidFill>
                  <a:srgbClr val="102A43"/>
                </a:solidFill>
              </a:defRPr>
            </a:lvl6pPr>
            <a:lvl7pPr>
              <a:defRPr sz="1500" b="1">
                <a:solidFill>
                  <a:srgbClr val="102A43"/>
                </a:solidFill>
              </a:defRPr>
            </a:lvl7pPr>
            <a:lvl8pPr>
              <a:defRPr sz="1500" b="1">
                <a:solidFill>
                  <a:srgbClr val="102A43"/>
                </a:solidFill>
              </a:defRPr>
            </a:lvl8pPr>
            <a:lvl9pPr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พัฒนาฐานหุ่นยนต์ Differential Drive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EA1305-D587-4A60-90C4-48A8E9491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85975"/>
            <a:ext cx="4533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ใช้มอเตอร์ ชุดควบคุม และเซนเซอร์สำหรับตรวจวัดการเคลื่อนที่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90F26B-5580-48CA-A711-8E4646EC3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194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55BDD8"/>
                </a:solidFill>
              </a:defRPr>
            </a:defPPr>
            <a:lvl1pPr>
              <a:defRPr sz="1125" b="1">
                <a:solidFill>
                  <a:srgbClr val="55BDD8"/>
                </a:solidFill>
              </a:defRPr>
            </a:lvl1pPr>
            <a:lvl2pPr>
              <a:defRPr sz="1125" b="1">
                <a:solidFill>
                  <a:srgbClr val="55BDD8"/>
                </a:solidFill>
              </a:defRPr>
            </a:lvl2pPr>
            <a:lvl3pPr>
              <a:defRPr sz="1125" b="1">
                <a:solidFill>
                  <a:srgbClr val="55BDD8"/>
                </a:solidFill>
              </a:defRPr>
            </a:lvl3pPr>
            <a:lvl4pPr>
              <a:defRPr sz="1125" b="1">
                <a:solidFill>
                  <a:srgbClr val="55BDD8"/>
                </a:solidFill>
              </a:defRPr>
            </a:lvl4pPr>
            <a:lvl5pPr>
              <a:defRPr sz="1125" b="1">
                <a:solidFill>
                  <a:srgbClr val="55BDD8"/>
                </a:solidFill>
              </a:defRPr>
            </a:lvl5pPr>
            <a:lvl6pPr>
              <a:defRPr sz="1125" b="1">
                <a:solidFill>
                  <a:srgbClr val="55BDD8"/>
                </a:solidFill>
              </a:defRPr>
            </a:lvl6pPr>
            <a:lvl7pPr>
              <a:defRPr sz="1125" b="1">
                <a:solidFill>
                  <a:srgbClr val="55BDD8"/>
                </a:solidFill>
              </a:defRPr>
            </a:lvl7pPr>
            <a:lvl8pPr>
              <a:defRPr sz="1125" b="1">
                <a:solidFill>
                  <a:srgbClr val="55BDD8"/>
                </a:solidFill>
              </a:defRPr>
            </a:lvl8pPr>
            <a:lvl9pPr>
              <a:defRPr sz="1125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55BDD8"/>
                </a:solidFill>
              </a:defRPr>
            </a:pPr>
            <a:r>
              <a:rPr sz="1125" b="1">
                <a:solidFill>
                  <a:srgbClr val="55BDD8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714250-90FC-4EAB-B931-3D616E0E9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81325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  <a:lvl1pPr>
              <a:defRPr sz="1500" b="1">
                <a:solidFill>
                  <a:srgbClr val="102A43"/>
                </a:solidFill>
              </a:defRPr>
            </a:lvl1pPr>
            <a:lvl2pPr>
              <a:defRPr sz="1500" b="1">
                <a:solidFill>
                  <a:srgbClr val="102A43"/>
                </a:solidFill>
              </a:defRPr>
            </a:lvl2pPr>
            <a:lvl3pPr>
              <a:defRPr sz="1500" b="1">
                <a:solidFill>
                  <a:srgbClr val="102A43"/>
                </a:solidFill>
              </a:defRPr>
            </a:lvl3pPr>
            <a:lvl4pPr>
              <a:defRPr sz="1500" b="1">
                <a:solidFill>
                  <a:srgbClr val="102A43"/>
                </a:solidFill>
              </a:defRPr>
            </a:lvl4pPr>
            <a:lvl5pPr>
              <a:defRPr sz="1500" b="1">
                <a:solidFill>
                  <a:srgbClr val="102A43"/>
                </a:solidFill>
              </a:defRPr>
            </a:lvl5pPr>
            <a:lvl6pPr>
              <a:defRPr sz="1500" b="1">
                <a:solidFill>
                  <a:srgbClr val="102A43"/>
                </a:solidFill>
              </a:defRPr>
            </a:lvl6pPr>
            <a:lvl7pPr>
              <a:defRPr sz="1500" b="1">
                <a:solidFill>
                  <a:srgbClr val="102A43"/>
                </a:solidFill>
              </a:defRPr>
            </a:lvl7pPr>
            <a:lvl8pPr>
              <a:defRPr sz="1500" b="1">
                <a:solidFill>
                  <a:srgbClr val="102A43"/>
                </a:solidFill>
              </a:defRPr>
            </a:lvl8pPr>
            <a:lvl9pPr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พัฒนาระบบนำทางด้วย ROS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A15310-54F0-492F-B8DB-20A70BB8F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05175"/>
            <a:ext cx="4533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ใช้ SLAM Toolbox, AMCL และ Nav2 สำหรับพื้นที่ทดลองภายในอาคาร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4C2127-F13C-48DA-9376-02494C08C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678BE"/>
                </a:solidFill>
              </a:defRPr>
            </a:defPPr>
            <a:lvl1pPr>
              <a:defRPr sz="1125" b="1">
                <a:solidFill>
                  <a:srgbClr val="1678BE"/>
                </a:solidFill>
              </a:defRPr>
            </a:lvl1pPr>
            <a:lvl2pPr>
              <a:defRPr sz="1125" b="1">
                <a:solidFill>
                  <a:srgbClr val="1678BE"/>
                </a:solidFill>
              </a:defRPr>
            </a:lvl2pPr>
            <a:lvl3pPr>
              <a:defRPr sz="1125" b="1">
                <a:solidFill>
                  <a:srgbClr val="1678BE"/>
                </a:solidFill>
              </a:defRPr>
            </a:lvl3pPr>
            <a:lvl4pPr>
              <a:defRPr sz="1125" b="1">
                <a:solidFill>
                  <a:srgbClr val="1678BE"/>
                </a:solidFill>
              </a:defRPr>
            </a:lvl4pPr>
            <a:lvl5pPr>
              <a:defRPr sz="1125" b="1">
                <a:solidFill>
                  <a:srgbClr val="1678BE"/>
                </a:solidFill>
              </a:defRPr>
            </a:lvl5pPr>
            <a:lvl6pPr>
              <a:defRPr sz="1125" b="1">
                <a:solidFill>
                  <a:srgbClr val="1678BE"/>
                </a:solidFill>
              </a:defRPr>
            </a:lvl6pPr>
            <a:lvl7pPr>
              <a:defRPr sz="1125" b="1">
                <a:solidFill>
                  <a:srgbClr val="1678BE"/>
                </a:solidFill>
              </a:defRPr>
            </a:lvl7pPr>
            <a:lvl8pPr>
              <a:defRPr sz="1125" b="1">
                <a:solidFill>
                  <a:srgbClr val="1678BE"/>
                </a:solidFill>
              </a:defRPr>
            </a:lvl8pPr>
            <a:lvl9pPr>
              <a:defRPr sz="11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678BE"/>
                </a:solidFill>
              </a:defRPr>
            </a:pPr>
            <a:r>
              <a:rPr sz="1125" b="1">
                <a:solidFill>
                  <a:srgbClr val="1678BE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21A972-B740-4C24-939B-5B89EAC61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00525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  <a:lvl1pPr>
              <a:defRPr sz="1500" b="1">
                <a:solidFill>
                  <a:srgbClr val="102A43"/>
                </a:solidFill>
              </a:defRPr>
            </a:lvl1pPr>
            <a:lvl2pPr>
              <a:defRPr sz="1500" b="1">
                <a:solidFill>
                  <a:srgbClr val="102A43"/>
                </a:solidFill>
              </a:defRPr>
            </a:lvl2pPr>
            <a:lvl3pPr>
              <a:defRPr sz="1500" b="1">
                <a:solidFill>
                  <a:srgbClr val="102A43"/>
                </a:solidFill>
              </a:defRPr>
            </a:lvl3pPr>
            <a:lvl4pPr>
              <a:defRPr sz="1500" b="1">
                <a:solidFill>
                  <a:srgbClr val="102A43"/>
                </a:solidFill>
              </a:defRPr>
            </a:lvl4pPr>
            <a:lvl5pPr>
              <a:defRPr sz="1500" b="1">
                <a:solidFill>
                  <a:srgbClr val="102A43"/>
                </a:solidFill>
              </a:defRPr>
            </a:lvl5pPr>
            <a:lvl6pPr>
              <a:defRPr sz="1500" b="1">
                <a:solidFill>
                  <a:srgbClr val="102A43"/>
                </a:solidFill>
              </a:defRPr>
            </a:lvl6pPr>
            <a:lvl7pPr>
              <a:defRPr sz="1500" b="1">
                <a:solidFill>
                  <a:srgbClr val="102A43"/>
                </a:solidFill>
              </a:defRPr>
            </a:lvl7pPr>
            <a:lvl8pPr>
              <a:defRPr sz="1500" b="1">
                <a:solidFill>
                  <a:srgbClr val="102A43"/>
                </a:solidFill>
              </a:defRPr>
            </a:lvl8pPr>
            <a:lvl9pPr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พัฒนาเว็บแอปพลิเคชัน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3FDD85-5F39-4D87-A2FE-526548E97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24375"/>
            <a:ext cx="4533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สร้างภารกิจ จัดการคิว ติดตามสถานะ และดูประวัติตามสิทธิ์ผู้ใช้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AA76CD-8DFA-4A4B-85EE-119324177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02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55BDD8"/>
                </a:solidFill>
              </a:defRPr>
            </a:defPPr>
            <a:lvl1pPr>
              <a:defRPr sz="1125" b="1">
                <a:solidFill>
                  <a:srgbClr val="55BDD8"/>
                </a:solidFill>
              </a:defRPr>
            </a:lvl1pPr>
            <a:lvl2pPr>
              <a:defRPr sz="1125" b="1">
                <a:solidFill>
                  <a:srgbClr val="55BDD8"/>
                </a:solidFill>
              </a:defRPr>
            </a:lvl2pPr>
            <a:lvl3pPr>
              <a:defRPr sz="1125" b="1">
                <a:solidFill>
                  <a:srgbClr val="55BDD8"/>
                </a:solidFill>
              </a:defRPr>
            </a:lvl3pPr>
            <a:lvl4pPr>
              <a:defRPr sz="1125" b="1">
                <a:solidFill>
                  <a:srgbClr val="55BDD8"/>
                </a:solidFill>
              </a:defRPr>
            </a:lvl4pPr>
            <a:lvl5pPr>
              <a:defRPr sz="1125" b="1">
                <a:solidFill>
                  <a:srgbClr val="55BDD8"/>
                </a:solidFill>
              </a:defRPr>
            </a:lvl5pPr>
            <a:lvl6pPr>
              <a:defRPr sz="1125" b="1">
                <a:solidFill>
                  <a:srgbClr val="55BDD8"/>
                </a:solidFill>
              </a:defRPr>
            </a:lvl6pPr>
            <a:lvl7pPr>
              <a:defRPr sz="1125" b="1">
                <a:solidFill>
                  <a:srgbClr val="55BDD8"/>
                </a:solidFill>
              </a:defRPr>
            </a:lvl7pPr>
            <a:lvl8pPr>
              <a:defRPr sz="1125" b="1">
                <a:solidFill>
                  <a:srgbClr val="55BDD8"/>
                </a:solidFill>
              </a:defRPr>
            </a:lvl8pPr>
            <a:lvl9pPr>
              <a:defRPr sz="1125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55BDD8"/>
                </a:solidFill>
              </a:defRPr>
            </a:pPr>
            <a:r>
              <a:rPr sz="1125" b="1">
                <a:solidFill>
                  <a:srgbClr val="55BDD8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089905-66BB-45A3-91AE-F61C75C20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62125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  <a:lvl1pPr>
              <a:defRPr sz="1500" b="1">
                <a:solidFill>
                  <a:srgbClr val="102A43"/>
                </a:solidFill>
              </a:defRPr>
            </a:lvl1pPr>
            <a:lvl2pPr>
              <a:defRPr sz="1500" b="1">
                <a:solidFill>
                  <a:srgbClr val="102A43"/>
                </a:solidFill>
              </a:defRPr>
            </a:lvl2pPr>
            <a:lvl3pPr>
              <a:defRPr sz="1500" b="1">
                <a:solidFill>
                  <a:srgbClr val="102A43"/>
                </a:solidFill>
              </a:defRPr>
            </a:lvl3pPr>
            <a:lvl4pPr>
              <a:defRPr sz="1500" b="1">
                <a:solidFill>
                  <a:srgbClr val="102A43"/>
                </a:solidFill>
              </a:defRPr>
            </a:lvl4pPr>
            <a:lvl5pPr>
              <a:defRPr sz="1500" b="1">
                <a:solidFill>
                  <a:srgbClr val="102A43"/>
                </a:solidFill>
              </a:defRPr>
            </a:lvl5pPr>
            <a:lvl6pPr>
              <a:defRPr sz="1500" b="1">
                <a:solidFill>
                  <a:srgbClr val="102A43"/>
                </a:solidFill>
              </a:defRPr>
            </a:lvl6pPr>
            <a:lvl7pPr>
              <a:defRPr sz="1500" b="1">
                <a:solidFill>
                  <a:srgbClr val="102A43"/>
                </a:solidFill>
              </a:defRPr>
            </a:lvl7pPr>
            <a:lvl8pPr>
              <a:defRPr sz="1500" b="1">
                <a:solidFill>
                  <a:srgbClr val="102A43"/>
                </a:solidFill>
              </a:defRPr>
            </a:lvl8pPr>
            <a:lvl9pPr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พัฒนา Robot Agent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235A96-8A08-489C-A460-B48E02038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085975"/>
            <a:ext cx="4533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รับส่งคำสั่ง ตำแหน่ง และสถานะระหว่างเว็บกับระบบหุ่นยนต์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3E8F05-4C79-4EA1-8035-43BB45200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194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678BE"/>
                </a:solidFill>
              </a:defRPr>
            </a:defPPr>
            <a:lvl1pPr>
              <a:defRPr sz="1125" b="1">
                <a:solidFill>
                  <a:srgbClr val="1678BE"/>
                </a:solidFill>
              </a:defRPr>
            </a:lvl1pPr>
            <a:lvl2pPr>
              <a:defRPr sz="1125" b="1">
                <a:solidFill>
                  <a:srgbClr val="1678BE"/>
                </a:solidFill>
              </a:defRPr>
            </a:lvl2pPr>
            <a:lvl3pPr>
              <a:defRPr sz="1125" b="1">
                <a:solidFill>
                  <a:srgbClr val="1678BE"/>
                </a:solidFill>
              </a:defRPr>
            </a:lvl3pPr>
            <a:lvl4pPr>
              <a:defRPr sz="1125" b="1">
                <a:solidFill>
                  <a:srgbClr val="1678BE"/>
                </a:solidFill>
              </a:defRPr>
            </a:lvl4pPr>
            <a:lvl5pPr>
              <a:defRPr sz="1125" b="1">
                <a:solidFill>
                  <a:srgbClr val="1678BE"/>
                </a:solidFill>
              </a:defRPr>
            </a:lvl5pPr>
            <a:lvl6pPr>
              <a:defRPr sz="1125" b="1">
                <a:solidFill>
                  <a:srgbClr val="1678BE"/>
                </a:solidFill>
              </a:defRPr>
            </a:lvl6pPr>
            <a:lvl7pPr>
              <a:defRPr sz="1125" b="1">
                <a:solidFill>
                  <a:srgbClr val="1678BE"/>
                </a:solidFill>
              </a:defRPr>
            </a:lvl7pPr>
            <a:lvl8pPr>
              <a:defRPr sz="1125" b="1">
                <a:solidFill>
                  <a:srgbClr val="1678BE"/>
                </a:solidFill>
              </a:defRPr>
            </a:lvl8pPr>
            <a:lvl9pPr>
              <a:defRPr sz="11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678BE"/>
                </a:solidFill>
              </a:defRPr>
            </a:pPr>
            <a:r>
              <a:rPr sz="1125" b="1">
                <a:solidFill>
                  <a:srgbClr val="1678BE"/>
                </a:solidFill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B4F822-DFF1-4447-89BB-BF0CE2E44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81325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  <a:lvl1pPr>
              <a:defRPr sz="1500" b="1">
                <a:solidFill>
                  <a:srgbClr val="102A43"/>
                </a:solidFill>
              </a:defRPr>
            </a:lvl1pPr>
            <a:lvl2pPr>
              <a:defRPr sz="1500" b="1">
                <a:solidFill>
                  <a:srgbClr val="102A43"/>
                </a:solidFill>
              </a:defRPr>
            </a:lvl2pPr>
            <a:lvl3pPr>
              <a:defRPr sz="1500" b="1">
                <a:solidFill>
                  <a:srgbClr val="102A43"/>
                </a:solidFill>
              </a:defRPr>
            </a:lvl3pPr>
            <a:lvl4pPr>
              <a:defRPr sz="1500" b="1">
                <a:solidFill>
                  <a:srgbClr val="102A43"/>
                </a:solidFill>
              </a:defRPr>
            </a:lvl4pPr>
            <a:lvl5pPr>
              <a:defRPr sz="1500" b="1">
                <a:solidFill>
                  <a:srgbClr val="102A43"/>
                </a:solidFill>
              </a:defRPr>
            </a:lvl5pPr>
            <a:lvl6pPr>
              <a:defRPr sz="1500" b="1">
                <a:solidFill>
                  <a:srgbClr val="102A43"/>
                </a:solidFill>
              </a:defRPr>
            </a:lvl6pPr>
            <a:lvl7pPr>
              <a:defRPr sz="1500" b="1">
                <a:solidFill>
                  <a:srgbClr val="102A43"/>
                </a:solidFill>
              </a:defRPr>
            </a:lvl7pPr>
            <a:lvl8pPr>
              <a:defRPr sz="1500" b="1">
                <a:solidFill>
                  <a:srgbClr val="102A43"/>
                </a:solidFill>
              </a:defRPr>
            </a:lvl8pPr>
            <a:lvl9pPr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ทดสอบการทำงานร่วมกัน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6EF5BA-F681-43A2-BCEB-3DE5EC55F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305175"/>
            <a:ext cx="4533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ตรวจฟังก์ชันเว็บ การเคลื่อนที่จริง และลำดับการรับส่งสิ่งของจำลอง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5611CC-F3B6-4DA0-B1A4-4DE02C35F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AF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8436151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B9F29B-43D8-459C-B273-B0B8B516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PROJECT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067F39-BEC7-46A3-82F5-372D73525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BB3E03-E3ED-4826-B7CD-4D8DB7EA8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ขอบเขตของโครงงาน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172660-F16F-4C82-841D-C2BC7DECD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FABD19-B07C-4132-978B-CC9FC3BFE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แยกสิ่งที่ทดสอบในต้นแบบออกจากสิ่งที่ยังไม่ได้นำมาประเมิน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B2E481-DCB4-4D62-958D-8262D39C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57350"/>
            <a:ext cx="5381625" cy="3981450"/>
          </a:xfrm>
          <a:prstGeom xmlns:a="http://schemas.openxmlformats.org/drawingml/2006/main" prst="roundRect">
            <a:avLst>
              <a:gd name="adj" fmla="val 5742"/>
            </a:avLst>
          </a:prstGeom>
          <a:solidFill xmlns:a="http://schemas.openxmlformats.org/drawingml/2006/main">
            <a:srgbClr val="0A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96E03A-48F9-4FDC-AD33-6C40E5045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621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FFFFFF"/>
                </a:solidFill>
              </a:defRPr>
            </a:defPPr>
            <a:lvl1pPr>
              <a:defRPr sz="1725" b="1">
                <a:solidFill>
                  <a:srgbClr val="FFFFFF"/>
                </a:solidFill>
              </a:defRPr>
            </a:lvl1pPr>
            <a:lvl2pPr>
              <a:defRPr sz="1725" b="1">
                <a:solidFill>
                  <a:srgbClr val="FFFFFF"/>
                </a:solidFill>
              </a:defRPr>
            </a:lvl2pPr>
            <a:lvl3pPr>
              <a:defRPr sz="1725" b="1">
                <a:solidFill>
                  <a:srgbClr val="FFFFFF"/>
                </a:solidFill>
              </a:defRPr>
            </a:lvl3pPr>
            <a:lvl4pPr>
              <a:defRPr sz="1725" b="1">
                <a:solidFill>
                  <a:srgbClr val="FFFFFF"/>
                </a:solidFill>
              </a:defRPr>
            </a:lvl4pPr>
            <a:lvl5pPr>
              <a:defRPr sz="1725" b="1">
                <a:solidFill>
                  <a:srgbClr val="FFFFFF"/>
                </a:solidFill>
              </a:defRPr>
            </a:lvl5pPr>
            <a:lvl6pPr>
              <a:defRPr sz="1725" b="1">
                <a:solidFill>
                  <a:srgbClr val="FFFFFF"/>
                </a:solidFill>
              </a:defRPr>
            </a:lvl6pPr>
            <a:lvl7pPr>
              <a:defRPr sz="1725" b="1">
                <a:solidFill>
                  <a:srgbClr val="FFFFFF"/>
                </a:solidFill>
              </a:defRPr>
            </a:lvl7pPr>
            <a:lvl8pPr>
              <a:defRPr sz="1725" b="1">
                <a:solidFill>
                  <a:srgbClr val="FFFFFF"/>
                </a:solidFill>
              </a:defRPr>
            </a:lvl8pPr>
            <a:lvl9pPr>
              <a:defRPr sz="17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ครอบคลุม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B5B824-45F3-4F87-AED1-4306E9F5C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9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55BDD8"/>
                </a:solidFill>
              </a:defRPr>
            </a:defPPr>
            <a:lvl1pPr>
              <a:defRPr sz="975" b="1">
                <a:solidFill>
                  <a:srgbClr val="55BDD8"/>
                </a:solidFill>
              </a:defRPr>
            </a:lvl1pPr>
            <a:lvl2pPr>
              <a:defRPr sz="975" b="1">
                <a:solidFill>
                  <a:srgbClr val="55BDD8"/>
                </a:solidFill>
              </a:defRPr>
            </a:lvl2pPr>
            <a:lvl3pPr>
              <a:defRPr sz="975" b="1">
                <a:solidFill>
                  <a:srgbClr val="55BDD8"/>
                </a:solidFill>
              </a:defRPr>
            </a:lvl3pPr>
            <a:lvl4pPr>
              <a:defRPr sz="975" b="1">
                <a:solidFill>
                  <a:srgbClr val="55BDD8"/>
                </a:solidFill>
              </a:defRPr>
            </a:lvl4pPr>
            <a:lvl5pPr>
              <a:defRPr sz="975" b="1">
                <a:solidFill>
                  <a:srgbClr val="55BDD8"/>
                </a:solidFill>
              </a:defRPr>
            </a:lvl5pPr>
            <a:lvl6pPr>
              <a:defRPr sz="975" b="1">
                <a:solidFill>
                  <a:srgbClr val="55BDD8"/>
                </a:solidFill>
              </a:defRPr>
            </a:lvl6pPr>
            <a:lvl7pPr>
              <a:defRPr sz="975" b="1">
                <a:solidFill>
                  <a:srgbClr val="55BDD8"/>
                </a:solidFill>
              </a:defRPr>
            </a:lvl7pPr>
            <a:lvl8pPr>
              <a:defRPr sz="975" b="1">
                <a:solidFill>
                  <a:srgbClr val="55BDD8"/>
                </a:solidFill>
              </a:defRPr>
            </a:lvl8pPr>
            <a:lvl9pPr>
              <a:defRPr sz="975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55BDD8"/>
                </a:solidFill>
              </a:defRPr>
            </a:pPr>
            <a:r>
              <a:rPr sz="975" b="1">
                <a:solidFill>
                  <a:srgbClr val="55BDD8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3FD2FA-D841-4DD9-AD12-DA48DEB42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552700"/>
            <a:ext cx="405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FFFFFF"/>
                </a:solidFill>
              </a:defRPr>
            </a:defPPr>
            <a:lvl1pPr>
              <a:defRPr sz="1125" b="0">
                <a:solidFill>
                  <a:srgbClr val="FFFFFF"/>
                </a:solidFill>
              </a:defRPr>
            </a:lvl1pPr>
            <a:lvl2pPr>
              <a:defRPr sz="1125" b="0">
                <a:solidFill>
                  <a:srgbClr val="FFFFFF"/>
                </a:solidFill>
              </a:defRPr>
            </a:lvl2pPr>
            <a:lvl3pPr>
              <a:defRPr sz="1125" b="0">
                <a:solidFill>
                  <a:srgbClr val="FFFFFF"/>
                </a:solidFill>
              </a:defRPr>
            </a:lvl3pPr>
            <a:lvl4pPr>
              <a:defRPr sz="1125" b="0">
                <a:solidFill>
                  <a:srgbClr val="FFFFFF"/>
                </a:solidFill>
              </a:defRPr>
            </a:lvl4pPr>
            <a:lvl5pPr>
              <a:defRPr sz="1125" b="0">
                <a:solidFill>
                  <a:srgbClr val="FFFFFF"/>
                </a:solidFill>
              </a:defRPr>
            </a:lvl5pPr>
            <a:lvl6pPr>
              <a:defRPr sz="1125" b="0">
                <a:solidFill>
                  <a:srgbClr val="FFFFFF"/>
                </a:solidFill>
              </a:defRPr>
            </a:lvl6pPr>
            <a:lvl7pPr>
              <a:defRPr sz="1125" b="0">
                <a:solidFill>
                  <a:srgbClr val="FFFFFF"/>
                </a:solidFill>
              </a:defRPr>
            </a:lvl7pPr>
            <a:lvl8pPr>
              <a:defRPr sz="1125" b="0">
                <a:solidFill>
                  <a:srgbClr val="FFFFFF"/>
                </a:solidFill>
              </a:defRPr>
            </a:lvl8pPr>
            <a:lvl9pPr>
              <a:defRPr sz="11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หุ่นยนต์จริง 1 คันในพื้นที่ทดลองภายในห้อง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A40C7C-2D08-458D-B455-9C262002B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623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55BDD8"/>
                </a:solidFill>
              </a:defRPr>
            </a:defPPr>
            <a:lvl1pPr>
              <a:defRPr sz="975" b="1">
                <a:solidFill>
                  <a:srgbClr val="55BDD8"/>
                </a:solidFill>
              </a:defRPr>
            </a:lvl1pPr>
            <a:lvl2pPr>
              <a:defRPr sz="975" b="1">
                <a:solidFill>
                  <a:srgbClr val="55BDD8"/>
                </a:solidFill>
              </a:defRPr>
            </a:lvl2pPr>
            <a:lvl3pPr>
              <a:defRPr sz="975" b="1">
                <a:solidFill>
                  <a:srgbClr val="55BDD8"/>
                </a:solidFill>
              </a:defRPr>
            </a:lvl3pPr>
            <a:lvl4pPr>
              <a:defRPr sz="975" b="1">
                <a:solidFill>
                  <a:srgbClr val="55BDD8"/>
                </a:solidFill>
              </a:defRPr>
            </a:lvl4pPr>
            <a:lvl5pPr>
              <a:defRPr sz="975" b="1">
                <a:solidFill>
                  <a:srgbClr val="55BDD8"/>
                </a:solidFill>
              </a:defRPr>
            </a:lvl5pPr>
            <a:lvl6pPr>
              <a:defRPr sz="975" b="1">
                <a:solidFill>
                  <a:srgbClr val="55BDD8"/>
                </a:solidFill>
              </a:defRPr>
            </a:lvl6pPr>
            <a:lvl7pPr>
              <a:defRPr sz="975" b="1">
                <a:solidFill>
                  <a:srgbClr val="55BDD8"/>
                </a:solidFill>
              </a:defRPr>
            </a:lvl7pPr>
            <a:lvl8pPr>
              <a:defRPr sz="975" b="1">
                <a:solidFill>
                  <a:srgbClr val="55BDD8"/>
                </a:solidFill>
              </a:defRPr>
            </a:lvl8pPr>
            <a:lvl9pPr>
              <a:defRPr sz="975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55BDD8"/>
                </a:solidFill>
              </a:defRPr>
            </a:pPr>
            <a:r>
              <a:rPr sz="975" b="1">
                <a:solidFill>
                  <a:srgbClr val="55BDD8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D606FB-D45B-4094-8900-3524568B5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105150"/>
            <a:ext cx="405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FFFFFF"/>
                </a:solidFill>
              </a:defRPr>
            </a:defPPr>
            <a:lvl1pPr>
              <a:defRPr sz="1125" b="0">
                <a:solidFill>
                  <a:srgbClr val="FFFFFF"/>
                </a:solidFill>
              </a:defRPr>
            </a:lvl1pPr>
            <a:lvl2pPr>
              <a:defRPr sz="1125" b="0">
                <a:solidFill>
                  <a:srgbClr val="FFFFFF"/>
                </a:solidFill>
              </a:defRPr>
            </a:lvl2pPr>
            <a:lvl3pPr>
              <a:defRPr sz="1125" b="0">
                <a:solidFill>
                  <a:srgbClr val="FFFFFF"/>
                </a:solidFill>
              </a:defRPr>
            </a:lvl3pPr>
            <a:lvl4pPr>
              <a:defRPr sz="1125" b="0">
                <a:solidFill>
                  <a:srgbClr val="FFFFFF"/>
                </a:solidFill>
              </a:defRPr>
            </a:lvl4pPr>
            <a:lvl5pPr>
              <a:defRPr sz="1125" b="0">
                <a:solidFill>
                  <a:srgbClr val="FFFFFF"/>
                </a:solidFill>
              </a:defRPr>
            </a:lvl5pPr>
            <a:lvl6pPr>
              <a:defRPr sz="1125" b="0">
                <a:solidFill>
                  <a:srgbClr val="FFFFFF"/>
                </a:solidFill>
              </a:defRPr>
            </a:lvl6pPr>
            <a:lvl7pPr>
              <a:defRPr sz="1125" b="0">
                <a:solidFill>
                  <a:srgbClr val="FFFFFF"/>
                </a:solidFill>
              </a:defRPr>
            </a:lvl7pPr>
            <a:lvl8pPr>
              <a:defRPr sz="1125" b="0">
                <a:solidFill>
                  <a:srgbClr val="FFFFFF"/>
                </a:solidFill>
              </a:defRPr>
            </a:lvl8pPr>
            <a:lvl9pPr>
              <a:defRPr sz="11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สถานีบนแผนที่ประมาณ 2 ถึง 4 จุด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427701-ECF4-4345-BDF3-769CE1098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55BDD8"/>
                </a:solidFill>
              </a:defRPr>
            </a:defPPr>
            <a:lvl1pPr>
              <a:defRPr sz="975" b="1">
                <a:solidFill>
                  <a:srgbClr val="55BDD8"/>
                </a:solidFill>
              </a:defRPr>
            </a:lvl1pPr>
            <a:lvl2pPr>
              <a:defRPr sz="975" b="1">
                <a:solidFill>
                  <a:srgbClr val="55BDD8"/>
                </a:solidFill>
              </a:defRPr>
            </a:lvl2pPr>
            <a:lvl3pPr>
              <a:defRPr sz="975" b="1">
                <a:solidFill>
                  <a:srgbClr val="55BDD8"/>
                </a:solidFill>
              </a:defRPr>
            </a:lvl3pPr>
            <a:lvl4pPr>
              <a:defRPr sz="975" b="1">
                <a:solidFill>
                  <a:srgbClr val="55BDD8"/>
                </a:solidFill>
              </a:defRPr>
            </a:lvl4pPr>
            <a:lvl5pPr>
              <a:defRPr sz="975" b="1">
                <a:solidFill>
                  <a:srgbClr val="55BDD8"/>
                </a:solidFill>
              </a:defRPr>
            </a:lvl5pPr>
            <a:lvl6pPr>
              <a:defRPr sz="975" b="1">
                <a:solidFill>
                  <a:srgbClr val="55BDD8"/>
                </a:solidFill>
              </a:defRPr>
            </a:lvl6pPr>
            <a:lvl7pPr>
              <a:defRPr sz="975" b="1">
                <a:solidFill>
                  <a:srgbClr val="55BDD8"/>
                </a:solidFill>
              </a:defRPr>
            </a:lvl7pPr>
            <a:lvl8pPr>
              <a:defRPr sz="975" b="1">
                <a:solidFill>
                  <a:srgbClr val="55BDD8"/>
                </a:solidFill>
              </a:defRPr>
            </a:lvl8pPr>
            <a:lvl9pPr>
              <a:defRPr sz="975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55BDD8"/>
                </a:solidFill>
              </a:defRPr>
            </a:pPr>
            <a:r>
              <a:rPr sz="975" b="1">
                <a:solidFill>
                  <a:srgbClr val="55BDD8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5CDFD8-3655-40AB-96B6-3587A536D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57600"/>
            <a:ext cx="405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FFFFFF"/>
                </a:solidFill>
              </a:defRPr>
            </a:defPPr>
            <a:lvl1pPr>
              <a:defRPr sz="1125" b="0">
                <a:solidFill>
                  <a:srgbClr val="FFFFFF"/>
                </a:solidFill>
              </a:defRPr>
            </a:lvl1pPr>
            <a:lvl2pPr>
              <a:defRPr sz="1125" b="0">
                <a:solidFill>
                  <a:srgbClr val="FFFFFF"/>
                </a:solidFill>
              </a:defRPr>
            </a:lvl2pPr>
            <a:lvl3pPr>
              <a:defRPr sz="1125" b="0">
                <a:solidFill>
                  <a:srgbClr val="FFFFFF"/>
                </a:solidFill>
              </a:defRPr>
            </a:lvl3pPr>
            <a:lvl4pPr>
              <a:defRPr sz="1125" b="0">
                <a:solidFill>
                  <a:srgbClr val="FFFFFF"/>
                </a:solidFill>
              </a:defRPr>
            </a:lvl4pPr>
            <a:lvl5pPr>
              <a:defRPr sz="1125" b="0">
                <a:solidFill>
                  <a:srgbClr val="FFFFFF"/>
                </a:solidFill>
              </a:defRPr>
            </a:lvl5pPr>
            <a:lvl6pPr>
              <a:defRPr sz="1125" b="0">
                <a:solidFill>
                  <a:srgbClr val="FFFFFF"/>
                </a:solidFill>
              </a:defRPr>
            </a:lvl6pPr>
            <a:lvl7pPr>
              <a:defRPr sz="1125" b="0">
                <a:solidFill>
                  <a:srgbClr val="FFFFFF"/>
                </a:solidFill>
              </a:defRPr>
            </a:lvl7pPr>
            <a:lvl8pPr>
              <a:defRPr sz="1125" b="0">
                <a:solidFill>
                  <a:srgbClr val="FFFFFF"/>
                </a:solidFill>
              </a:defRPr>
            </a:lvl8pPr>
            <a:lvl9pPr>
              <a:defRPr sz="11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การสร้างแผนที่ ระบุตำแหน่ง และนำทาง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F81129-431F-46DA-9D8E-EB59E4D11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55BDD8"/>
                </a:solidFill>
              </a:defRPr>
            </a:defPPr>
            <a:lvl1pPr>
              <a:defRPr sz="975" b="1">
                <a:solidFill>
                  <a:srgbClr val="55BDD8"/>
                </a:solidFill>
              </a:defRPr>
            </a:lvl1pPr>
            <a:lvl2pPr>
              <a:defRPr sz="975" b="1">
                <a:solidFill>
                  <a:srgbClr val="55BDD8"/>
                </a:solidFill>
              </a:defRPr>
            </a:lvl2pPr>
            <a:lvl3pPr>
              <a:defRPr sz="975" b="1">
                <a:solidFill>
                  <a:srgbClr val="55BDD8"/>
                </a:solidFill>
              </a:defRPr>
            </a:lvl3pPr>
            <a:lvl4pPr>
              <a:defRPr sz="975" b="1">
                <a:solidFill>
                  <a:srgbClr val="55BDD8"/>
                </a:solidFill>
              </a:defRPr>
            </a:lvl4pPr>
            <a:lvl5pPr>
              <a:defRPr sz="975" b="1">
                <a:solidFill>
                  <a:srgbClr val="55BDD8"/>
                </a:solidFill>
              </a:defRPr>
            </a:lvl5pPr>
            <a:lvl6pPr>
              <a:defRPr sz="975" b="1">
                <a:solidFill>
                  <a:srgbClr val="55BDD8"/>
                </a:solidFill>
              </a:defRPr>
            </a:lvl6pPr>
            <a:lvl7pPr>
              <a:defRPr sz="975" b="1">
                <a:solidFill>
                  <a:srgbClr val="55BDD8"/>
                </a:solidFill>
              </a:defRPr>
            </a:lvl7pPr>
            <a:lvl8pPr>
              <a:defRPr sz="975" b="1">
                <a:solidFill>
                  <a:srgbClr val="55BDD8"/>
                </a:solidFill>
              </a:defRPr>
            </a:lvl8pPr>
            <a:lvl9pPr>
              <a:defRPr sz="975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55BDD8"/>
                </a:solidFill>
              </a:defRPr>
            </a:pPr>
            <a:r>
              <a:rPr sz="975" b="1">
                <a:solidFill>
                  <a:srgbClr val="55BDD8"/>
                </a:solidFill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6E1761-8F34-43D1-958B-1F04250A6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210050"/>
            <a:ext cx="405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FFFFFF"/>
                </a:solidFill>
              </a:defRPr>
            </a:defPPr>
            <a:lvl1pPr>
              <a:defRPr sz="1125" b="0">
                <a:solidFill>
                  <a:srgbClr val="FFFFFF"/>
                </a:solidFill>
              </a:defRPr>
            </a:lvl1pPr>
            <a:lvl2pPr>
              <a:defRPr sz="1125" b="0">
                <a:solidFill>
                  <a:srgbClr val="FFFFFF"/>
                </a:solidFill>
              </a:defRPr>
            </a:lvl2pPr>
            <a:lvl3pPr>
              <a:defRPr sz="1125" b="0">
                <a:solidFill>
                  <a:srgbClr val="FFFFFF"/>
                </a:solidFill>
              </a:defRPr>
            </a:lvl3pPr>
            <a:lvl4pPr>
              <a:defRPr sz="1125" b="0">
                <a:solidFill>
                  <a:srgbClr val="FFFFFF"/>
                </a:solidFill>
              </a:defRPr>
            </a:lvl4pPr>
            <a:lvl5pPr>
              <a:defRPr sz="1125" b="0">
                <a:solidFill>
                  <a:srgbClr val="FFFFFF"/>
                </a:solidFill>
              </a:defRPr>
            </a:lvl5pPr>
            <a:lvl6pPr>
              <a:defRPr sz="1125" b="0">
                <a:solidFill>
                  <a:srgbClr val="FFFFFF"/>
                </a:solidFill>
              </a:defRPr>
            </a:lvl6pPr>
            <a:lvl7pPr>
              <a:defRPr sz="1125" b="0">
                <a:solidFill>
                  <a:srgbClr val="FFFFFF"/>
                </a:solidFill>
              </a:defRPr>
            </a:lvl7pPr>
            <a:lvl8pPr>
              <a:defRPr sz="1125" b="0">
                <a:solidFill>
                  <a:srgbClr val="FFFFFF"/>
                </a:solidFill>
              </a:defRPr>
            </a:lvl8pPr>
            <a:lvl9pPr>
              <a:defRPr sz="11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เว็บจัดการผู้ใช้ สถานี ภารกิจ คิว และประวัติ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DBED20-C5EE-45A3-8B2A-79C882D2A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96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55BDD8"/>
                </a:solidFill>
              </a:defRPr>
            </a:defPPr>
            <a:lvl1pPr>
              <a:defRPr sz="975" b="1">
                <a:solidFill>
                  <a:srgbClr val="55BDD8"/>
                </a:solidFill>
              </a:defRPr>
            </a:lvl1pPr>
            <a:lvl2pPr>
              <a:defRPr sz="975" b="1">
                <a:solidFill>
                  <a:srgbClr val="55BDD8"/>
                </a:solidFill>
              </a:defRPr>
            </a:lvl2pPr>
            <a:lvl3pPr>
              <a:defRPr sz="975" b="1">
                <a:solidFill>
                  <a:srgbClr val="55BDD8"/>
                </a:solidFill>
              </a:defRPr>
            </a:lvl3pPr>
            <a:lvl4pPr>
              <a:defRPr sz="975" b="1">
                <a:solidFill>
                  <a:srgbClr val="55BDD8"/>
                </a:solidFill>
              </a:defRPr>
            </a:lvl4pPr>
            <a:lvl5pPr>
              <a:defRPr sz="975" b="1">
                <a:solidFill>
                  <a:srgbClr val="55BDD8"/>
                </a:solidFill>
              </a:defRPr>
            </a:lvl5pPr>
            <a:lvl6pPr>
              <a:defRPr sz="975" b="1">
                <a:solidFill>
                  <a:srgbClr val="55BDD8"/>
                </a:solidFill>
              </a:defRPr>
            </a:lvl6pPr>
            <a:lvl7pPr>
              <a:defRPr sz="975" b="1">
                <a:solidFill>
                  <a:srgbClr val="55BDD8"/>
                </a:solidFill>
              </a:defRPr>
            </a:lvl7pPr>
            <a:lvl8pPr>
              <a:defRPr sz="975" b="1">
                <a:solidFill>
                  <a:srgbClr val="55BDD8"/>
                </a:solidFill>
              </a:defRPr>
            </a:lvl8pPr>
            <a:lvl9pPr>
              <a:defRPr sz="975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55BDD8"/>
                </a:solidFill>
              </a:defRPr>
            </a:pPr>
            <a:r>
              <a:rPr sz="975" b="1">
                <a:solidFill>
                  <a:srgbClr val="55BDD8"/>
                </a:solidFill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198829-F097-48C2-A841-7AD121E1E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762500"/>
            <a:ext cx="405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FFFFFF"/>
                </a:solidFill>
              </a:defRPr>
            </a:defPPr>
            <a:lvl1pPr>
              <a:defRPr sz="1125" b="0">
                <a:solidFill>
                  <a:srgbClr val="FFFFFF"/>
                </a:solidFill>
              </a:defRPr>
            </a:lvl1pPr>
            <a:lvl2pPr>
              <a:defRPr sz="1125" b="0">
                <a:solidFill>
                  <a:srgbClr val="FFFFFF"/>
                </a:solidFill>
              </a:defRPr>
            </a:lvl2pPr>
            <a:lvl3pPr>
              <a:defRPr sz="1125" b="0">
                <a:solidFill>
                  <a:srgbClr val="FFFFFF"/>
                </a:solidFill>
              </a:defRPr>
            </a:lvl3pPr>
            <a:lvl4pPr>
              <a:defRPr sz="1125" b="0">
                <a:solidFill>
                  <a:srgbClr val="FFFFFF"/>
                </a:solidFill>
              </a:defRPr>
            </a:lvl4pPr>
            <a:lvl5pPr>
              <a:defRPr sz="1125" b="0">
                <a:solidFill>
                  <a:srgbClr val="FFFFFF"/>
                </a:solidFill>
              </a:defRPr>
            </a:lvl5pPr>
            <a:lvl6pPr>
              <a:defRPr sz="1125" b="0">
                <a:solidFill>
                  <a:srgbClr val="FFFFFF"/>
                </a:solidFill>
              </a:defRPr>
            </a:lvl6pPr>
            <a:lvl7pPr>
              <a:defRPr sz="1125" b="0">
                <a:solidFill>
                  <a:srgbClr val="FFFFFF"/>
                </a:solidFill>
              </a:defRPr>
            </a:lvl7pPr>
            <a:lvl8pPr>
              <a:defRPr sz="1125" b="0">
                <a:solidFill>
                  <a:srgbClr val="FFFFFF"/>
                </a:solidFill>
              </a:defRPr>
            </a:lvl8pPr>
            <a:lvl9pPr>
              <a:defRPr sz="11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ยืนยันการวางและรับสิ่งของผ่านเว็บ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A4A055-E800-4E1F-8340-EF9891708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57350"/>
            <a:ext cx="5381625" cy="3981450"/>
          </a:xfrm>
          <a:prstGeom xmlns:a="http://schemas.openxmlformats.org/drawingml/2006/main" prst="roundRect">
            <a:avLst>
              <a:gd name="adj" fmla="val 5742"/>
            </a:avLst>
          </a:prstGeom>
          <a:solidFill xmlns:a="http://schemas.openxmlformats.org/drawingml/2006/main">
            <a:srgbClr val="F2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42E229-27D8-4EBF-BE29-A7979FE47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19621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A3B82"/>
                </a:solidFill>
              </a:defRPr>
            </a:defPPr>
            <a:lvl1pPr>
              <a:defRPr sz="1725" b="1">
                <a:solidFill>
                  <a:srgbClr val="0A3B82"/>
                </a:solidFill>
              </a:defRPr>
            </a:lvl1pPr>
            <a:lvl2pPr>
              <a:defRPr sz="1725" b="1">
                <a:solidFill>
                  <a:srgbClr val="0A3B82"/>
                </a:solidFill>
              </a:defRPr>
            </a:lvl2pPr>
            <a:lvl3pPr>
              <a:defRPr sz="1725" b="1">
                <a:solidFill>
                  <a:srgbClr val="0A3B82"/>
                </a:solidFill>
              </a:defRPr>
            </a:lvl3pPr>
            <a:lvl4pPr>
              <a:defRPr sz="1725" b="1">
                <a:solidFill>
                  <a:srgbClr val="0A3B82"/>
                </a:solidFill>
              </a:defRPr>
            </a:lvl4pPr>
            <a:lvl5pPr>
              <a:defRPr sz="1725" b="1">
                <a:solidFill>
                  <a:srgbClr val="0A3B82"/>
                </a:solidFill>
              </a:defRPr>
            </a:lvl5pPr>
            <a:lvl6pPr>
              <a:defRPr sz="1725" b="1">
                <a:solidFill>
                  <a:srgbClr val="0A3B82"/>
                </a:solidFill>
              </a:defRPr>
            </a:lvl6pPr>
            <a:lvl7pPr>
              <a:defRPr sz="1725" b="1">
                <a:solidFill>
                  <a:srgbClr val="0A3B82"/>
                </a:solidFill>
              </a:defRPr>
            </a:lvl7pPr>
            <a:lvl8pPr>
              <a:defRPr sz="1725" b="1">
                <a:solidFill>
                  <a:srgbClr val="0A3B82"/>
                </a:solidFill>
              </a:defRPr>
            </a:lvl8pPr>
            <a:lvl9pPr>
              <a:defRPr sz="172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A3B82"/>
                </a:solidFill>
              </a:defRPr>
            </a:pPr>
            <a:r>
              <a:rPr sz="1725" b="1">
                <a:solidFill>
                  <a:srgbClr val="0A3B82"/>
                </a:solidFill>
              </a:rPr>
              <a:t>ยังไม่ครอบคลุม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8E8639-BC03-4251-B4A6-226947BD0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609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678BE"/>
                </a:solidFill>
              </a:defRPr>
            </a:defPPr>
            <a:lvl1pPr>
              <a:defRPr sz="975" b="1">
                <a:solidFill>
                  <a:srgbClr val="1678BE"/>
                </a:solidFill>
              </a:defRPr>
            </a:lvl1pPr>
            <a:lvl2pPr>
              <a:defRPr sz="975" b="1">
                <a:solidFill>
                  <a:srgbClr val="1678BE"/>
                </a:solidFill>
              </a:defRPr>
            </a:lvl2pPr>
            <a:lvl3pPr>
              <a:defRPr sz="975" b="1">
                <a:solidFill>
                  <a:srgbClr val="1678BE"/>
                </a:solidFill>
              </a:defRPr>
            </a:lvl3pPr>
            <a:lvl4pPr>
              <a:defRPr sz="975" b="1">
                <a:solidFill>
                  <a:srgbClr val="1678BE"/>
                </a:solidFill>
              </a:defRPr>
            </a:lvl4pPr>
            <a:lvl5pPr>
              <a:defRPr sz="975" b="1">
                <a:solidFill>
                  <a:srgbClr val="1678BE"/>
                </a:solidFill>
              </a:defRPr>
            </a:lvl5pPr>
            <a:lvl6pPr>
              <a:defRPr sz="975" b="1">
                <a:solidFill>
                  <a:srgbClr val="1678BE"/>
                </a:solidFill>
              </a:defRPr>
            </a:lvl6pPr>
            <a:lvl7pPr>
              <a:defRPr sz="975" b="1">
                <a:solidFill>
                  <a:srgbClr val="1678BE"/>
                </a:solidFill>
              </a:defRPr>
            </a:lvl7pPr>
            <a:lvl8pPr>
              <a:defRPr sz="975" b="1">
                <a:solidFill>
                  <a:srgbClr val="1678BE"/>
                </a:solidFill>
              </a:defRPr>
            </a:lvl8pPr>
            <a:lvl9pPr>
              <a:defRPr sz="97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678BE"/>
                </a:solidFill>
              </a:defRPr>
            </a:pPr>
            <a:r>
              <a:rPr sz="975" b="1">
                <a:solidFill>
                  <a:srgbClr val="1678BE"/>
                </a:solidFill>
              </a:rPr>
              <a:t>01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B665B6-7602-40E7-836F-9CC0734A4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552700"/>
            <a:ext cx="405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02A43"/>
                </a:solidFill>
              </a:defRPr>
            </a:defPPr>
            <a:lvl1pPr>
              <a:defRPr sz="1125" b="0">
                <a:solidFill>
                  <a:srgbClr val="102A43"/>
                </a:solidFill>
              </a:defRPr>
            </a:lvl1pPr>
            <a:lvl2pPr>
              <a:defRPr sz="1125" b="0">
                <a:solidFill>
                  <a:srgbClr val="102A43"/>
                </a:solidFill>
              </a:defRPr>
            </a:lvl2pPr>
            <a:lvl3pPr>
              <a:defRPr sz="1125" b="0">
                <a:solidFill>
                  <a:srgbClr val="102A43"/>
                </a:solidFill>
              </a:defRPr>
            </a:lvl3pPr>
            <a:lvl4pPr>
              <a:defRPr sz="1125" b="0">
                <a:solidFill>
                  <a:srgbClr val="102A43"/>
                </a:solidFill>
              </a:defRPr>
            </a:lvl4pPr>
            <a:lvl5pPr>
              <a:defRPr sz="1125" b="0">
                <a:solidFill>
                  <a:srgbClr val="102A43"/>
                </a:solidFill>
              </a:defRPr>
            </a:lvl5pPr>
            <a:lvl6pPr>
              <a:defRPr sz="1125" b="0">
                <a:solidFill>
                  <a:srgbClr val="102A43"/>
                </a:solidFill>
              </a:defRPr>
            </a:lvl6pPr>
            <a:lvl7pPr>
              <a:defRPr sz="1125" b="0">
                <a:solidFill>
                  <a:srgbClr val="102A43"/>
                </a:solidFill>
              </a:defRPr>
            </a:lvl7pPr>
            <a:lvl8pPr>
              <a:defRPr sz="1125" b="0">
                <a:solidFill>
                  <a:srgbClr val="102A43"/>
                </a:solidFill>
              </a:defRPr>
            </a:lvl8pPr>
            <a:lvl9pPr>
              <a:defRPr sz="112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02A43"/>
                </a:solidFill>
              </a:defRPr>
            </a:pPr>
            <a:r>
              <a:rPr sz="1125" b="0">
                <a:solidFill>
                  <a:srgbClr val="102A43"/>
                </a:solidFill>
              </a:rPr>
              <a:t>โครงสร้างบรรทุกสิ่งของโดยเฉพาะ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39E78A-EBBB-4D45-9428-B67E731B7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1623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678BE"/>
                </a:solidFill>
              </a:defRPr>
            </a:defPPr>
            <a:lvl1pPr>
              <a:defRPr sz="975" b="1">
                <a:solidFill>
                  <a:srgbClr val="1678BE"/>
                </a:solidFill>
              </a:defRPr>
            </a:lvl1pPr>
            <a:lvl2pPr>
              <a:defRPr sz="975" b="1">
                <a:solidFill>
                  <a:srgbClr val="1678BE"/>
                </a:solidFill>
              </a:defRPr>
            </a:lvl2pPr>
            <a:lvl3pPr>
              <a:defRPr sz="975" b="1">
                <a:solidFill>
                  <a:srgbClr val="1678BE"/>
                </a:solidFill>
              </a:defRPr>
            </a:lvl3pPr>
            <a:lvl4pPr>
              <a:defRPr sz="975" b="1">
                <a:solidFill>
                  <a:srgbClr val="1678BE"/>
                </a:solidFill>
              </a:defRPr>
            </a:lvl4pPr>
            <a:lvl5pPr>
              <a:defRPr sz="975" b="1">
                <a:solidFill>
                  <a:srgbClr val="1678BE"/>
                </a:solidFill>
              </a:defRPr>
            </a:lvl5pPr>
            <a:lvl6pPr>
              <a:defRPr sz="975" b="1">
                <a:solidFill>
                  <a:srgbClr val="1678BE"/>
                </a:solidFill>
              </a:defRPr>
            </a:lvl6pPr>
            <a:lvl7pPr>
              <a:defRPr sz="975" b="1">
                <a:solidFill>
                  <a:srgbClr val="1678BE"/>
                </a:solidFill>
              </a:defRPr>
            </a:lvl7pPr>
            <a:lvl8pPr>
              <a:defRPr sz="975" b="1">
                <a:solidFill>
                  <a:srgbClr val="1678BE"/>
                </a:solidFill>
              </a:defRPr>
            </a:lvl8pPr>
            <a:lvl9pPr>
              <a:defRPr sz="97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678BE"/>
                </a:solidFill>
              </a:defRPr>
            </a:pPr>
            <a:r>
              <a:rPr sz="975" b="1">
                <a:solidFill>
                  <a:srgbClr val="1678BE"/>
                </a:solidFill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D02130-14A5-4922-984E-7B75F6F8F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105150"/>
            <a:ext cx="405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02A43"/>
                </a:solidFill>
              </a:defRPr>
            </a:defPPr>
            <a:lvl1pPr>
              <a:defRPr sz="1125" b="0">
                <a:solidFill>
                  <a:srgbClr val="102A43"/>
                </a:solidFill>
              </a:defRPr>
            </a:lvl1pPr>
            <a:lvl2pPr>
              <a:defRPr sz="1125" b="0">
                <a:solidFill>
                  <a:srgbClr val="102A43"/>
                </a:solidFill>
              </a:defRPr>
            </a:lvl2pPr>
            <a:lvl3pPr>
              <a:defRPr sz="1125" b="0">
                <a:solidFill>
                  <a:srgbClr val="102A43"/>
                </a:solidFill>
              </a:defRPr>
            </a:lvl3pPr>
            <a:lvl4pPr>
              <a:defRPr sz="1125" b="0">
                <a:solidFill>
                  <a:srgbClr val="102A43"/>
                </a:solidFill>
              </a:defRPr>
            </a:lvl4pPr>
            <a:lvl5pPr>
              <a:defRPr sz="1125" b="0">
                <a:solidFill>
                  <a:srgbClr val="102A43"/>
                </a:solidFill>
              </a:defRPr>
            </a:lvl5pPr>
            <a:lvl6pPr>
              <a:defRPr sz="1125" b="0">
                <a:solidFill>
                  <a:srgbClr val="102A43"/>
                </a:solidFill>
              </a:defRPr>
            </a:lvl6pPr>
            <a:lvl7pPr>
              <a:defRPr sz="1125" b="0">
                <a:solidFill>
                  <a:srgbClr val="102A43"/>
                </a:solidFill>
              </a:defRPr>
            </a:lvl7pPr>
            <a:lvl8pPr>
              <a:defRPr sz="1125" b="0">
                <a:solidFill>
                  <a:srgbClr val="102A43"/>
                </a:solidFill>
              </a:defRPr>
            </a:lvl8pPr>
            <a:lvl9pPr>
              <a:defRPr sz="112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02A43"/>
                </a:solidFill>
              </a:defRPr>
            </a:pPr>
            <a:r>
              <a:rPr sz="1125" b="0">
                <a:solidFill>
                  <a:srgbClr val="102A43"/>
                </a:solidFill>
              </a:rPr>
              <a:t>การประเมินน้ำหนักบรรทุกและการขนส่งจริง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FE93FB-2CA0-4E91-AD91-83343E4DD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714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678BE"/>
                </a:solidFill>
              </a:defRPr>
            </a:defPPr>
            <a:lvl1pPr>
              <a:defRPr sz="975" b="1">
                <a:solidFill>
                  <a:srgbClr val="1678BE"/>
                </a:solidFill>
              </a:defRPr>
            </a:lvl1pPr>
            <a:lvl2pPr>
              <a:defRPr sz="975" b="1">
                <a:solidFill>
                  <a:srgbClr val="1678BE"/>
                </a:solidFill>
              </a:defRPr>
            </a:lvl2pPr>
            <a:lvl3pPr>
              <a:defRPr sz="975" b="1">
                <a:solidFill>
                  <a:srgbClr val="1678BE"/>
                </a:solidFill>
              </a:defRPr>
            </a:lvl3pPr>
            <a:lvl4pPr>
              <a:defRPr sz="975" b="1">
                <a:solidFill>
                  <a:srgbClr val="1678BE"/>
                </a:solidFill>
              </a:defRPr>
            </a:lvl4pPr>
            <a:lvl5pPr>
              <a:defRPr sz="975" b="1">
                <a:solidFill>
                  <a:srgbClr val="1678BE"/>
                </a:solidFill>
              </a:defRPr>
            </a:lvl5pPr>
            <a:lvl6pPr>
              <a:defRPr sz="975" b="1">
                <a:solidFill>
                  <a:srgbClr val="1678BE"/>
                </a:solidFill>
              </a:defRPr>
            </a:lvl6pPr>
            <a:lvl7pPr>
              <a:defRPr sz="975" b="1">
                <a:solidFill>
                  <a:srgbClr val="1678BE"/>
                </a:solidFill>
              </a:defRPr>
            </a:lvl7pPr>
            <a:lvl8pPr>
              <a:defRPr sz="975" b="1">
                <a:solidFill>
                  <a:srgbClr val="1678BE"/>
                </a:solidFill>
              </a:defRPr>
            </a:lvl8pPr>
            <a:lvl9pPr>
              <a:defRPr sz="97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678BE"/>
                </a:solidFill>
              </a:defRPr>
            </a:pPr>
            <a:r>
              <a:rPr sz="975" b="1">
                <a:solidFill>
                  <a:srgbClr val="1678BE"/>
                </a:solidFill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E81C6F-A0B6-48B5-8FC1-D9B8451C8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657600"/>
            <a:ext cx="405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02A43"/>
                </a:solidFill>
              </a:defRPr>
            </a:defPPr>
            <a:lvl1pPr>
              <a:defRPr sz="1125" b="0">
                <a:solidFill>
                  <a:srgbClr val="102A43"/>
                </a:solidFill>
              </a:defRPr>
            </a:lvl1pPr>
            <a:lvl2pPr>
              <a:defRPr sz="1125" b="0">
                <a:solidFill>
                  <a:srgbClr val="102A43"/>
                </a:solidFill>
              </a:defRPr>
            </a:lvl2pPr>
            <a:lvl3pPr>
              <a:defRPr sz="1125" b="0">
                <a:solidFill>
                  <a:srgbClr val="102A43"/>
                </a:solidFill>
              </a:defRPr>
            </a:lvl3pPr>
            <a:lvl4pPr>
              <a:defRPr sz="1125" b="0">
                <a:solidFill>
                  <a:srgbClr val="102A43"/>
                </a:solidFill>
              </a:defRPr>
            </a:lvl4pPr>
            <a:lvl5pPr>
              <a:defRPr sz="1125" b="0">
                <a:solidFill>
                  <a:srgbClr val="102A43"/>
                </a:solidFill>
              </a:defRPr>
            </a:lvl5pPr>
            <a:lvl6pPr>
              <a:defRPr sz="1125" b="0">
                <a:solidFill>
                  <a:srgbClr val="102A43"/>
                </a:solidFill>
              </a:defRPr>
            </a:lvl6pPr>
            <a:lvl7pPr>
              <a:defRPr sz="1125" b="0">
                <a:solidFill>
                  <a:srgbClr val="102A43"/>
                </a:solidFill>
              </a:defRPr>
            </a:lvl7pPr>
            <a:lvl8pPr>
              <a:defRPr sz="1125" b="0">
                <a:solidFill>
                  <a:srgbClr val="102A43"/>
                </a:solidFill>
              </a:defRPr>
            </a:lvl8pPr>
            <a:lvl9pPr>
              <a:defRPr sz="112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02A43"/>
                </a:solidFill>
              </a:defRPr>
            </a:pPr>
            <a:r>
              <a:rPr sz="1125" b="0">
                <a:solidFill>
                  <a:srgbClr val="102A43"/>
                </a:solidFill>
              </a:rPr>
              <a:t>ระบบตรวจจับว่าสิ่งของถูกวางหรือรับแล้ว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60C91D-6DD9-4791-813D-DB9519A58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2672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678BE"/>
                </a:solidFill>
              </a:defRPr>
            </a:defPPr>
            <a:lvl1pPr>
              <a:defRPr sz="975" b="1">
                <a:solidFill>
                  <a:srgbClr val="1678BE"/>
                </a:solidFill>
              </a:defRPr>
            </a:lvl1pPr>
            <a:lvl2pPr>
              <a:defRPr sz="975" b="1">
                <a:solidFill>
                  <a:srgbClr val="1678BE"/>
                </a:solidFill>
              </a:defRPr>
            </a:lvl2pPr>
            <a:lvl3pPr>
              <a:defRPr sz="975" b="1">
                <a:solidFill>
                  <a:srgbClr val="1678BE"/>
                </a:solidFill>
              </a:defRPr>
            </a:lvl3pPr>
            <a:lvl4pPr>
              <a:defRPr sz="975" b="1">
                <a:solidFill>
                  <a:srgbClr val="1678BE"/>
                </a:solidFill>
              </a:defRPr>
            </a:lvl4pPr>
            <a:lvl5pPr>
              <a:defRPr sz="975" b="1">
                <a:solidFill>
                  <a:srgbClr val="1678BE"/>
                </a:solidFill>
              </a:defRPr>
            </a:lvl5pPr>
            <a:lvl6pPr>
              <a:defRPr sz="975" b="1">
                <a:solidFill>
                  <a:srgbClr val="1678BE"/>
                </a:solidFill>
              </a:defRPr>
            </a:lvl6pPr>
            <a:lvl7pPr>
              <a:defRPr sz="975" b="1">
                <a:solidFill>
                  <a:srgbClr val="1678BE"/>
                </a:solidFill>
              </a:defRPr>
            </a:lvl7pPr>
            <a:lvl8pPr>
              <a:defRPr sz="975" b="1">
                <a:solidFill>
                  <a:srgbClr val="1678BE"/>
                </a:solidFill>
              </a:defRPr>
            </a:lvl8pPr>
            <a:lvl9pPr>
              <a:defRPr sz="97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678BE"/>
                </a:solidFill>
              </a:defRPr>
            </a:pPr>
            <a:r>
              <a:rPr sz="975" b="1">
                <a:solidFill>
                  <a:srgbClr val="1678BE"/>
                </a:solidFill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A9ABCB-65F3-4354-8209-E94008666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210050"/>
            <a:ext cx="405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02A43"/>
                </a:solidFill>
              </a:defRPr>
            </a:defPPr>
            <a:lvl1pPr>
              <a:defRPr sz="1125" b="0">
                <a:solidFill>
                  <a:srgbClr val="102A43"/>
                </a:solidFill>
              </a:defRPr>
            </a:lvl1pPr>
            <a:lvl2pPr>
              <a:defRPr sz="1125" b="0">
                <a:solidFill>
                  <a:srgbClr val="102A43"/>
                </a:solidFill>
              </a:defRPr>
            </a:lvl2pPr>
            <a:lvl3pPr>
              <a:defRPr sz="1125" b="0">
                <a:solidFill>
                  <a:srgbClr val="102A43"/>
                </a:solidFill>
              </a:defRPr>
            </a:lvl3pPr>
            <a:lvl4pPr>
              <a:defRPr sz="1125" b="0">
                <a:solidFill>
                  <a:srgbClr val="102A43"/>
                </a:solidFill>
              </a:defRPr>
            </a:lvl4pPr>
            <a:lvl5pPr>
              <a:defRPr sz="1125" b="0">
                <a:solidFill>
                  <a:srgbClr val="102A43"/>
                </a:solidFill>
              </a:defRPr>
            </a:lvl5pPr>
            <a:lvl6pPr>
              <a:defRPr sz="1125" b="0">
                <a:solidFill>
                  <a:srgbClr val="102A43"/>
                </a:solidFill>
              </a:defRPr>
            </a:lvl6pPr>
            <a:lvl7pPr>
              <a:defRPr sz="1125" b="0">
                <a:solidFill>
                  <a:srgbClr val="102A43"/>
                </a:solidFill>
              </a:defRPr>
            </a:lvl7pPr>
            <a:lvl8pPr>
              <a:defRPr sz="1125" b="0">
                <a:solidFill>
                  <a:srgbClr val="102A43"/>
                </a:solidFill>
              </a:defRPr>
            </a:lvl8pPr>
            <a:lvl9pPr>
              <a:defRPr sz="112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02A43"/>
                </a:solidFill>
              </a:defRPr>
            </a:pPr>
            <a:r>
              <a:rPr sz="1125" b="0">
                <a:solidFill>
                  <a:srgbClr val="102A43"/>
                </a:solidFill>
              </a:rPr>
              <a:t>การรับรองความปลอดภัยสำหรับพื้นที่ทั่วไป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CD7709-E233-4175-9464-48A33919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8196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678BE"/>
                </a:solidFill>
              </a:defRPr>
            </a:defPPr>
            <a:lvl1pPr>
              <a:defRPr sz="975" b="1">
                <a:solidFill>
                  <a:srgbClr val="1678BE"/>
                </a:solidFill>
              </a:defRPr>
            </a:lvl1pPr>
            <a:lvl2pPr>
              <a:defRPr sz="975" b="1">
                <a:solidFill>
                  <a:srgbClr val="1678BE"/>
                </a:solidFill>
              </a:defRPr>
            </a:lvl2pPr>
            <a:lvl3pPr>
              <a:defRPr sz="975" b="1">
                <a:solidFill>
                  <a:srgbClr val="1678BE"/>
                </a:solidFill>
              </a:defRPr>
            </a:lvl3pPr>
            <a:lvl4pPr>
              <a:defRPr sz="975" b="1">
                <a:solidFill>
                  <a:srgbClr val="1678BE"/>
                </a:solidFill>
              </a:defRPr>
            </a:lvl4pPr>
            <a:lvl5pPr>
              <a:defRPr sz="975" b="1">
                <a:solidFill>
                  <a:srgbClr val="1678BE"/>
                </a:solidFill>
              </a:defRPr>
            </a:lvl5pPr>
            <a:lvl6pPr>
              <a:defRPr sz="975" b="1">
                <a:solidFill>
                  <a:srgbClr val="1678BE"/>
                </a:solidFill>
              </a:defRPr>
            </a:lvl6pPr>
            <a:lvl7pPr>
              <a:defRPr sz="975" b="1">
                <a:solidFill>
                  <a:srgbClr val="1678BE"/>
                </a:solidFill>
              </a:defRPr>
            </a:lvl7pPr>
            <a:lvl8pPr>
              <a:defRPr sz="975" b="1">
                <a:solidFill>
                  <a:srgbClr val="1678BE"/>
                </a:solidFill>
              </a:defRPr>
            </a:lvl8pPr>
            <a:lvl9pPr>
              <a:defRPr sz="97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678BE"/>
                </a:solidFill>
              </a:defRPr>
            </a:pPr>
            <a:r>
              <a:rPr sz="975" b="1">
                <a:solidFill>
                  <a:srgbClr val="1678BE"/>
                </a:solidFill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C06BB9-5A64-4FBE-980C-2EB6E11ED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762500"/>
            <a:ext cx="405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02A43"/>
                </a:solidFill>
              </a:defRPr>
            </a:defPPr>
            <a:lvl1pPr>
              <a:defRPr sz="1125" b="0">
                <a:solidFill>
                  <a:srgbClr val="102A43"/>
                </a:solidFill>
              </a:defRPr>
            </a:lvl1pPr>
            <a:lvl2pPr>
              <a:defRPr sz="1125" b="0">
                <a:solidFill>
                  <a:srgbClr val="102A43"/>
                </a:solidFill>
              </a:defRPr>
            </a:lvl2pPr>
            <a:lvl3pPr>
              <a:defRPr sz="1125" b="0">
                <a:solidFill>
                  <a:srgbClr val="102A43"/>
                </a:solidFill>
              </a:defRPr>
            </a:lvl3pPr>
            <a:lvl4pPr>
              <a:defRPr sz="1125" b="0">
                <a:solidFill>
                  <a:srgbClr val="102A43"/>
                </a:solidFill>
              </a:defRPr>
            </a:lvl4pPr>
            <a:lvl5pPr>
              <a:defRPr sz="1125" b="0">
                <a:solidFill>
                  <a:srgbClr val="102A43"/>
                </a:solidFill>
              </a:defRPr>
            </a:lvl5pPr>
            <a:lvl6pPr>
              <a:defRPr sz="1125" b="0">
                <a:solidFill>
                  <a:srgbClr val="102A43"/>
                </a:solidFill>
              </a:defRPr>
            </a:lvl6pPr>
            <a:lvl7pPr>
              <a:defRPr sz="1125" b="0">
                <a:solidFill>
                  <a:srgbClr val="102A43"/>
                </a:solidFill>
              </a:defRPr>
            </a:lvl7pPr>
            <a:lvl8pPr>
              <a:defRPr sz="1125" b="0">
                <a:solidFill>
                  <a:srgbClr val="102A43"/>
                </a:solidFill>
              </a:defRPr>
            </a:lvl8pPr>
            <a:lvl9pPr>
              <a:defRPr sz="112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02A43"/>
                </a:solidFill>
              </a:defRPr>
            </a:pPr>
            <a:r>
              <a:rPr sz="1125" b="0">
                <a:solidFill>
                  <a:srgbClr val="102A43"/>
                </a:solidFill>
              </a:rPr>
              <a:t>ความเสถียรและประสิทธิภาพระยะยาว</a:t>
            </a:r>
          </a:p>
        </p:txBody>
      </p:sp>
    </p:spTree>
    <p:extLst>
      <p:ext uri="{BB962C8B-B14F-4D97-AF65-F5344CB8AC3E}">
        <p14:creationId xmlns:p14="http://schemas.microsoft.com/office/powerpoint/2010/main" val="17129756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0ECC6E-3CBB-40F5-8804-3D5F93FAF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SYSTEM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421D63-509C-40B9-90CD-68E42F4F7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D57386-0ED8-45D0-93B3-214F9E7A7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สถาปัตยกรรมระบบ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F269D0-B9FF-4959-BA18-6812336F2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4F1CC4-D8DB-43AC-B819-07FD890F5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สามส่วนหลักแลกเปลี่ยนคำสั่งและสถานะผ่าน Robot Agent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CB3B1B-AF34-4CE5-88DC-010CC2944C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d9c34fa595480a"/>
          <a:stretch xmlns:a="http://schemas.openxmlformats.org/drawingml/2006/main"/>
        </p:blipFill>
        <p:spPr>
          <a:xfrm xmlns:a="http://schemas.openxmlformats.org/drawingml/2006/main">
            <a:off x="2373480" y="1504950"/>
            <a:ext cx="7445039" cy="4667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2D56A9-10F7-4FE7-85B7-C87B89592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53150"/>
            <a:ext cx="10782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เว็บไม่เชื่อมต่อ ROS 2 โดยตรง  Robot Agent เป็นตัวกลางระหว่างระบบจัดการภารกิจกับหุ่นยนต์</a:t>
            </a:r>
          </a:p>
        </p:txBody>
      </p:sp>
    </p:spTree>
    <p:extLst>
      <p:ext uri="{BB962C8B-B14F-4D97-AF65-F5344CB8AC3E}">
        <p14:creationId xmlns:p14="http://schemas.microsoft.com/office/powerpoint/2010/main" val="11575173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2F64E2-252C-4415-B0D7-906A8B76C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ROBOT PLATFORM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22D324-37D1-4274-B867-0DBF8CA02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267FB3-92E4-465D-B431-888A43B97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ฐานหุ่นยนต์และ Differential Drive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B2D224-E9D5-4A40-894A-07162BB4B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2BE5C1-4B8E-462F-8620-F64907C90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ควบคุมทิศทางจากความเร็วล้อซ้ายและขวา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1BD2BC-64DD-400A-A9E5-9C2EE9AD4F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9ab1d0f2214810"/>
          <a:stretch xmlns:a="http://schemas.openxmlformats.org/drawingml/2006/main"/>
        </p:blipFill>
        <p:spPr>
          <a:xfrm xmlns:a="http://schemas.openxmlformats.org/drawingml/2006/main">
            <a:off x="534226" y="1581150"/>
            <a:ext cx="7218298" cy="45148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00D572-AD4D-458E-BC33-18A7BE6A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907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A3B82"/>
                </a:solidFill>
              </a:defRPr>
            </a:defPPr>
            <a:lvl1pPr>
              <a:defRPr sz="1650" b="1">
                <a:solidFill>
                  <a:srgbClr val="0A3B82"/>
                </a:solidFill>
              </a:defRPr>
            </a:lvl1pPr>
            <a:lvl2pPr>
              <a:defRPr sz="1650" b="1">
                <a:solidFill>
                  <a:srgbClr val="0A3B82"/>
                </a:solidFill>
              </a:defRPr>
            </a:lvl2pPr>
            <a:lvl3pPr>
              <a:defRPr sz="1650" b="1">
                <a:solidFill>
                  <a:srgbClr val="0A3B82"/>
                </a:solidFill>
              </a:defRPr>
            </a:lvl3pPr>
            <a:lvl4pPr>
              <a:defRPr sz="1650" b="1">
                <a:solidFill>
                  <a:srgbClr val="0A3B82"/>
                </a:solidFill>
              </a:defRPr>
            </a:lvl4pPr>
            <a:lvl5pPr>
              <a:defRPr sz="1650" b="1">
                <a:solidFill>
                  <a:srgbClr val="0A3B82"/>
                </a:solidFill>
              </a:defRPr>
            </a:lvl5pPr>
            <a:lvl6pPr>
              <a:defRPr sz="1650" b="1">
                <a:solidFill>
                  <a:srgbClr val="0A3B82"/>
                </a:solidFill>
              </a:defRPr>
            </a:lvl6pPr>
            <a:lvl7pPr>
              <a:defRPr sz="1650" b="1">
                <a:solidFill>
                  <a:srgbClr val="0A3B82"/>
                </a:solidFill>
              </a:defRPr>
            </a:lvl7pPr>
            <a:lvl8pPr>
              <a:defRPr sz="1650" b="1">
                <a:solidFill>
                  <a:srgbClr val="0A3B82"/>
                </a:solidFill>
              </a:defRPr>
            </a:lvl8pPr>
            <a:lvl9pPr>
              <a:defRPr sz="165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A3B82"/>
                </a:solidFill>
              </a:defRPr>
            </a:pPr>
            <a:r>
              <a:rPr sz="1650" b="1">
                <a:solidFill>
                  <a:srgbClr val="0A3B82"/>
                </a:solidFill>
              </a:rPr>
              <a:t>ฮาร์ดแวร์หลัก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8682F6-A8F1-469C-9BBE-7F3704DE6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050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0E709B-75E3-4793-9C43-017F96E13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257425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ODROID-C4 ประมวลผล ROS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12A998-702E-46FF-A7B4-FBEDA181B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575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5BDD8"/>
                </a:solidFill>
              </a:defRPr>
            </a:defPPr>
            <a:lvl1pPr>
              <a:defRPr sz="900" b="1">
                <a:solidFill>
                  <a:srgbClr val="55BDD8"/>
                </a:solidFill>
              </a:defRPr>
            </a:lvl1pPr>
            <a:lvl2pPr>
              <a:defRPr sz="900" b="1">
                <a:solidFill>
                  <a:srgbClr val="55BDD8"/>
                </a:solidFill>
              </a:defRPr>
            </a:lvl2pPr>
            <a:lvl3pPr>
              <a:defRPr sz="900" b="1">
                <a:solidFill>
                  <a:srgbClr val="55BDD8"/>
                </a:solidFill>
              </a:defRPr>
            </a:lvl3pPr>
            <a:lvl4pPr>
              <a:defRPr sz="900" b="1">
                <a:solidFill>
                  <a:srgbClr val="55BDD8"/>
                </a:solidFill>
              </a:defRPr>
            </a:lvl4pPr>
            <a:lvl5pPr>
              <a:defRPr sz="900" b="1">
                <a:solidFill>
                  <a:srgbClr val="55BDD8"/>
                </a:solidFill>
              </a:defRPr>
            </a:lvl5pPr>
            <a:lvl6pPr>
              <a:defRPr sz="900" b="1">
                <a:solidFill>
                  <a:srgbClr val="55BDD8"/>
                </a:solidFill>
              </a:defRPr>
            </a:lvl6pPr>
            <a:lvl7pPr>
              <a:defRPr sz="900" b="1">
                <a:solidFill>
                  <a:srgbClr val="55BDD8"/>
                </a:solidFill>
              </a:defRPr>
            </a:lvl7pPr>
            <a:lvl8pPr>
              <a:defRPr sz="900" b="1">
                <a:solidFill>
                  <a:srgbClr val="55BDD8"/>
                </a:solidFill>
              </a:defRPr>
            </a:lvl8pPr>
            <a:lvl9pPr>
              <a:defRPr sz="900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5BDD8"/>
                </a:solidFill>
              </a:defRPr>
            </a:pPr>
            <a:r>
              <a:rPr sz="900" b="1">
                <a:solidFill>
                  <a:srgbClr val="55BDD8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F5F8A4-3ED5-40AA-8856-02A5A2858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809875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ESP32 ควบคุมฐานและอ่าน Encoder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82CEFB-8B24-4260-BCBE-B6A3C5461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099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CCBF7C-C0B1-4B01-B035-603E253A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362325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TB6612FNG ขับมอเตอร์ TT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2D9672-225A-4749-8AB9-6067C7850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9624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5BDD8"/>
                </a:solidFill>
              </a:defRPr>
            </a:defPPr>
            <a:lvl1pPr>
              <a:defRPr sz="900" b="1">
                <a:solidFill>
                  <a:srgbClr val="55BDD8"/>
                </a:solidFill>
              </a:defRPr>
            </a:lvl1pPr>
            <a:lvl2pPr>
              <a:defRPr sz="900" b="1">
                <a:solidFill>
                  <a:srgbClr val="55BDD8"/>
                </a:solidFill>
              </a:defRPr>
            </a:lvl2pPr>
            <a:lvl3pPr>
              <a:defRPr sz="900" b="1">
                <a:solidFill>
                  <a:srgbClr val="55BDD8"/>
                </a:solidFill>
              </a:defRPr>
            </a:lvl3pPr>
            <a:lvl4pPr>
              <a:defRPr sz="900" b="1">
                <a:solidFill>
                  <a:srgbClr val="55BDD8"/>
                </a:solidFill>
              </a:defRPr>
            </a:lvl4pPr>
            <a:lvl5pPr>
              <a:defRPr sz="900" b="1">
                <a:solidFill>
                  <a:srgbClr val="55BDD8"/>
                </a:solidFill>
              </a:defRPr>
            </a:lvl5pPr>
            <a:lvl6pPr>
              <a:defRPr sz="900" b="1">
                <a:solidFill>
                  <a:srgbClr val="55BDD8"/>
                </a:solidFill>
              </a:defRPr>
            </a:lvl6pPr>
            <a:lvl7pPr>
              <a:defRPr sz="900" b="1">
                <a:solidFill>
                  <a:srgbClr val="55BDD8"/>
                </a:solidFill>
              </a:defRPr>
            </a:lvl7pPr>
            <a:lvl8pPr>
              <a:defRPr sz="900" b="1">
                <a:solidFill>
                  <a:srgbClr val="55BDD8"/>
                </a:solidFill>
              </a:defRPr>
            </a:lvl8pPr>
            <a:lvl9pPr>
              <a:defRPr sz="900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5BDD8"/>
                </a:solidFill>
              </a:defRPr>
            </a:pPr>
            <a:r>
              <a:rPr sz="900" b="1">
                <a:solidFill>
                  <a:srgbClr val="55BDD8"/>
                </a:solidFill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80CF81-4377-4414-8409-2AA403CCE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914775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MPU6050 วัดการเคลื่อนที่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EBFE6B-D79A-40F9-959E-C35E538AD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148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0E1680-D8BC-4DE9-9C24-F8B2F1BE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467225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YDLIDAR X3 สแกนพื้นที่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B27FC8-7382-4554-B8EE-3984F5A1B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0673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5BDD8"/>
                </a:solidFill>
              </a:defRPr>
            </a:defPPr>
            <a:lvl1pPr>
              <a:defRPr sz="900" b="1">
                <a:solidFill>
                  <a:srgbClr val="55BDD8"/>
                </a:solidFill>
              </a:defRPr>
            </a:lvl1pPr>
            <a:lvl2pPr>
              <a:defRPr sz="900" b="1">
                <a:solidFill>
                  <a:srgbClr val="55BDD8"/>
                </a:solidFill>
              </a:defRPr>
            </a:lvl2pPr>
            <a:lvl3pPr>
              <a:defRPr sz="900" b="1">
                <a:solidFill>
                  <a:srgbClr val="55BDD8"/>
                </a:solidFill>
              </a:defRPr>
            </a:lvl3pPr>
            <a:lvl4pPr>
              <a:defRPr sz="900" b="1">
                <a:solidFill>
                  <a:srgbClr val="55BDD8"/>
                </a:solidFill>
              </a:defRPr>
            </a:lvl4pPr>
            <a:lvl5pPr>
              <a:defRPr sz="900" b="1">
                <a:solidFill>
                  <a:srgbClr val="55BDD8"/>
                </a:solidFill>
              </a:defRPr>
            </a:lvl5pPr>
            <a:lvl6pPr>
              <a:defRPr sz="900" b="1">
                <a:solidFill>
                  <a:srgbClr val="55BDD8"/>
                </a:solidFill>
              </a:defRPr>
            </a:lvl6pPr>
            <a:lvl7pPr>
              <a:defRPr sz="900" b="1">
                <a:solidFill>
                  <a:srgbClr val="55BDD8"/>
                </a:solidFill>
              </a:defRPr>
            </a:lvl7pPr>
            <a:lvl8pPr>
              <a:defRPr sz="900" b="1">
                <a:solidFill>
                  <a:srgbClr val="55BDD8"/>
                </a:solidFill>
              </a:defRPr>
            </a:lvl8pPr>
            <a:lvl9pPr>
              <a:defRPr sz="900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5BDD8"/>
                </a:solidFill>
              </a:defRPr>
            </a:pPr>
            <a:r>
              <a:rPr sz="900" b="1">
                <a:solidFill>
                  <a:srgbClr val="55BDD8"/>
                </a:solidFill>
              </a:rPr>
              <a:t>06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97123E-7B2D-4C5E-A8A7-86D092C2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019675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USB Camera ส่งภาพสด</a:t>
            </a:r>
          </a:p>
        </p:txBody>
      </p:sp>
    </p:spTree>
    <p:extLst>
      <p:ext uri="{BB962C8B-B14F-4D97-AF65-F5344CB8AC3E}">
        <p14:creationId xmlns:p14="http://schemas.microsoft.com/office/powerpoint/2010/main" val="3839092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5A7772-86F5-44A0-B5E2-3D8CC5DD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ROBOT PLATFORM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0CBFB8-B2D3-435B-BA70-B6275D7DF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56BCC7-DC54-4E27-B232-9F66E20D8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การควบคุมความเร็วล้อแบบป้อนกลับ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29835F-A544-4A78-88BB-646ABE57D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649598-D7EE-4AA2-A9E8-8E1AB44F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Encoder ช่วยให้คำสั่งความเร็วสัมพันธ์กับการเคลื่อนที่จริงของล้อ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789CBE-FB10-4A16-BD97-9F5A7B5181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d6b3d768fb4076"/>
          <a:stretch xmlns:a="http://schemas.openxmlformats.org/drawingml/2006/main"/>
        </p:blipFill>
        <p:spPr>
          <a:xfrm xmlns:a="http://schemas.openxmlformats.org/drawingml/2006/main">
            <a:off x="2869598" y="1619250"/>
            <a:ext cx="6452803" cy="40386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BF34EB-E19F-4DC5-960A-086D7950D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829300"/>
            <a:ext cx="1809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8C36B0-83AB-4FDF-A4FA-60A8E1DF5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8959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0A3B82"/>
                </a:solidFill>
              </a:defRPr>
            </a:defPPr>
            <a:lvl1pPr>
              <a:defRPr sz="975" b="1">
                <a:solidFill>
                  <a:srgbClr val="0A3B82"/>
                </a:solidFill>
              </a:defRPr>
            </a:lvl1pPr>
            <a:lvl2pPr>
              <a:defRPr sz="975" b="1">
                <a:solidFill>
                  <a:srgbClr val="0A3B82"/>
                </a:solidFill>
              </a:defRPr>
            </a:lvl2pPr>
            <a:lvl3pPr>
              <a:defRPr sz="975" b="1">
                <a:solidFill>
                  <a:srgbClr val="0A3B82"/>
                </a:solidFill>
              </a:defRPr>
            </a:lvl3pPr>
            <a:lvl4pPr>
              <a:defRPr sz="975" b="1">
                <a:solidFill>
                  <a:srgbClr val="0A3B82"/>
                </a:solidFill>
              </a:defRPr>
            </a:lvl4pPr>
            <a:lvl5pPr>
              <a:defRPr sz="975" b="1">
                <a:solidFill>
                  <a:srgbClr val="0A3B82"/>
                </a:solidFill>
              </a:defRPr>
            </a:lvl5pPr>
            <a:lvl6pPr>
              <a:defRPr sz="975" b="1">
                <a:solidFill>
                  <a:srgbClr val="0A3B82"/>
                </a:solidFill>
              </a:defRPr>
            </a:lvl6pPr>
            <a:lvl7pPr>
              <a:defRPr sz="975" b="1">
                <a:solidFill>
                  <a:srgbClr val="0A3B82"/>
                </a:solidFill>
              </a:defRPr>
            </a:lvl7pPr>
            <a:lvl8pPr>
              <a:defRPr sz="975" b="1">
                <a:solidFill>
                  <a:srgbClr val="0A3B82"/>
                </a:solidFill>
              </a:defRPr>
            </a:lvl8pPr>
            <a:lvl9pPr>
              <a:defRPr sz="9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A3B82"/>
                </a:solidFill>
              </a:defRPr>
            </a:pPr>
            <a:r>
              <a:rPr sz="975" b="1">
                <a:solidFill>
                  <a:srgbClr val="0A3B82"/>
                </a:solidFill>
              </a:rPr>
              <a:t>TARGET SPEED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16C58A-EA26-4FC7-9533-5BEA9A2D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6010275"/>
            <a:ext cx="6858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55BD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55FF24-AFD1-489B-BD91-C3202ABAA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829300"/>
            <a:ext cx="1809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D37762-A175-4D42-9B9A-2A55D8900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8959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0A3B82"/>
                </a:solidFill>
              </a:defRPr>
            </a:defPPr>
            <a:lvl1pPr>
              <a:defRPr sz="975" b="1">
                <a:solidFill>
                  <a:srgbClr val="0A3B82"/>
                </a:solidFill>
              </a:defRPr>
            </a:lvl1pPr>
            <a:lvl2pPr>
              <a:defRPr sz="975" b="1">
                <a:solidFill>
                  <a:srgbClr val="0A3B82"/>
                </a:solidFill>
              </a:defRPr>
            </a:lvl2pPr>
            <a:lvl3pPr>
              <a:defRPr sz="975" b="1">
                <a:solidFill>
                  <a:srgbClr val="0A3B82"/>
                </a:solidFill>
              </a:defRPr>
            </a:lvl3pPr>
            <a:lvl4pPr>
              <a:defRPr sz="975" b="1">
                <a:solidFill>
                  <a:srgbClr val="0A3B82"/>
                </a:solidFill>
              </a:defRPr>
            </a:lvl4pPr>
            <a:lvl5pPr>
              <a:defRPr sz="975" b="1">
                <a:solidFill>
                  <a:srgbClr val="0A3B82"/>
                </a:solidFill>
              </a:defRPr>
            </a:lvl5pPr>
            <a:lvl6pPr>
              <a:defRPr sz="975" b="1">
                <a:solidFill>
                  <a:srgbClr val="0A3B82"/>
                </a:solidFill>
              </a:defRPr>
            </a:lvl6pPr>
            <a:lvl7pPr>
              <a:defRPr sz="975" b="1">
                <a:solidFill>
                  <a:srgbClr val="0A3B82"/>
                </a:solidFill>
              </a:defRPr>
            </a:lvl7pPr>
            <a:lvl8pPr>
              <a:defRPr sz="975" b="1">
                <a:solidFill>
                  <a:srgbClr val="0A3B82"/>
                </a:solidFill>
              </a:defRPr>
            </a:lvl8pPr>
            <a:lvl9pPr>
              <a:defRPr sz="9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A3B82"/>
                </a:solidFill>
              </a:defRPr>
            </a:pPr>
            <a:r>
              <a:rPr sz="975" b="1">
                <a:solidFill>
                  <a:srgbClr val="0A3B82"/>
                </a:solidFill>
              </a:rPr>
              <a:t>PI CONTROL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A242E3-8FB1-4725-A8CC-164EB412A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010275"/>
            <a:ext cx="6858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55BD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E01051-8FB2-47BB-B790-469FC2BB0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829300"/>
            <a:ext cx="1809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5B27C0-3AB7-446D-BB10-AE4E94E6D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8959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0A3B82"/>
                </a:solidFill>
              </a:defRPr>
            </a:defPPr>
            <a:lvl1pPr>
              <a:defRPr sz="975" b="1">
                <a:solidFill>
                  <a:srgbClr val="0A3B82"/>
                </a:solidFill>
              </a:defRPr>
            </a:lvl1pPr>
            <a:lvl2pPr>
              <a:defRPr sz="975" b="1">
                <a:solidFill>
                  <a:srgbClr val="0A3B82"/>
                </a:solidFill>
              </a:defRPr>
            </a:lvl2pPr>
            <a:lvl3pPr>
              <a:defRPr sz="975" b="1">
                <a:solidFill>
                  <a:srgbClr val="0A3B82"/>
                </a:solidFill>
              </a:defRPr>
            </a:lvl3pPr>
            <a:lvl4pPr>
              <a:defRPr sz="975" b="1">
                <a:solidFill>
                  <a:srgbClr val="0A3B82"/>
                </a:solidFill>
              </a:defRPr>
            </a:lvl4pPr>
            <a:lvl5pPr>
              <a:defRPr sz="975" b="1">
                <a:solidFill>
                  <a:srgbClr val="0A3B82"/>
                </a:solidFill>
              </a:defRPr>
            </a:lvl5pPr>
            <a:lvl6pPr>
              <a:defRPr sz="975" b="1">
                <a:solidFill>
                  <a:srgbClr val="0A3B82"/>
                </a:solidFill>
              </a:defRPr>
            </a:lvl6pPr>
            <a:lvl7pPr>
              <a:defRPr sz="975" b="1">
                <a:solidFill>
                  <a:srgbClr val="0A3B82"/>
                </a:solidFill>
              </a:defRPr>
            </a:lvl7pPr>
            <a:lvl8pPr>
              <a:defRPr sz="975" b="1">
                <a:solidFill>
                  <a:srgbClr val="0A3B82"/>
                </a:solidFill>
              </a:defRPr>
            </a:lvl8pPr>
            <a:lvl9pPr>
              <a:defRPr sz="9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A3B82"/>
                </a:solidFill>
              </a:defRPr>
            </a:pPr>
            <a:r>
              <a:rPr sz="975" b="1">
                <a:solidFill>
                  <a:srgbClr val="0A3B82"/>
                </a:solidFill>
              </a:rPr>
              <a:t>MOTOR + WHEEL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273D26-4E2A-4BF9-AF7B-8C4984FBB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6010275"/>
            <a:ext cx="6858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55BD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9F9B04-6B24-4570-9CA3-74206F8A6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829300"/>
            <a:ext cx="20955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61ED1E-06C0-4865-80DE-353F2A66B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89597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FFFFFF"/>
                </a:solidFill>
              </a:defRPr>
            </a:defPPr>
            <a:lvl1pPr>
              <a:defRPr sz="975" b="1">
                <a:solidFill>
                  <a:srgbClr val="FFFFFF"/>
                </a:solidFill>
              </a:defRPr>
            </a:lvl1pPr>
            <a:lvl2pPr>
              <a:defRPr sz="975" b="1">
                <a:solidFill>
                  <a:srgbClr val="FFFFFF"/>
                </a:solidFill>
              </a:defRPr>
            </a:lvl2pPr>
            <a:lvl3pPr>
              <a:defRPr sz="975" b="1">
                <a:solidFill>
                  <a:srgbClr val="FFFFFF"/>
                </a:solidFill>
              </a:defRPr>
            </a:lvl3pPr>
            <a:lvl4pPr>
              <a:defRPr sz="975" b="1">
                <a:solidFill>
                  <a:srgbClr val="FFFFFF"/>
                </a:solidFill>
              </a:defRPr>
            </a:lvl4pPr>
            <a:lvl5pPr>
              <a:defRPr sz="975" b="1">
                <a:solidFill>
                  <a:srgbClr val="FFFFFF"/>
                </a:solidFill>
              </a:defRPr>
            </a:lvl5pPr>
            <a:lvl6pPr>
              <a:defRPr sz="975" b="1">
                <a:solidFill>
                  <a:srgbClr val="FFFFFF"/>
                </a:solidFill>
              </a:defRPr>
            </a:lvl6pPr>
            <a:lvl7pPr>
              <a:defRPr sz="975" b="1">
                <a:solidFill>
                  <a:srgbClr val="FFFFFF"/>
                </a:solidFill>
              </a:defRPr>
            </a:lvl7pPr>
            <a:lvl8pPr>
              <a:defRPr sz="975" b="1">
                <a:solidFill>
                  <a:srgbClr val="FFFFFF"/>
                </a:solidFill>
              </a:defRPr>
            </a:lvl8pPr>
            <a:lvl9pPr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ENCODER FEEDBACK</a:t>
            </a:r>
          </a:p>
        </p:txBody>
      </p:sp>
    </p:spTree>
    <p:extLst>
      <p:ext uri="{BB962C8B-B14F-4D97-AF65-F5344CB8AC3E}">
        <p14:creationId xmlns:p14="http://schemas.microsoft.com/office/powerpoint/2010/main" val="5141889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B736F3-DB74-4ECB-B637-A85BC60B7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NAVIGATION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10F1C3-78A3-435F-96DE-429F4BC34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5848B0-DF0D-4DFA-A86D-A8A43BAF6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Mapping, Localization and Navigation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2271B6-6E49-478F-B346-7AAE725BD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19785B-721F-493D-8596-D797518A9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สร้างแผนที่ก่อน ระบุตำแหน่งบนแผนที่ แล้วจึงส่งเป้าหมายให้ Nav2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760AB3-D805-451F-B4CD-4F326E51D1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e097aa8a0148e7"/>
          <a:stretch xmlns:a="http://schemas.openxmlformats.org/drawingml/2006/main"/>
        </p:blipFill>
        <p:spPr>
          <a:xfrm xmlns:a="http://schemas.openxmlformats.org/drawingml/2006/main">
            <a:off x="2288881" y="1524000"/>
            <a:ext cx="7614239" cy="476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28461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F677F85-1CD6-4EB5-9276-6E2ADA592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SYSTEM INTEGRATION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B1CAA2-72CE-493C-B781-F2509748B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48B530-1B06-4E8E-8571-A5AFA28D3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เว็บแอปพลิเคชันและ Robot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033968-9596-4F34-844E-673BE928D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28A637-F1AF-4946-8892-6149FEF87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ออกแบบให้ผู้ใช้จัดการภารกิจได้ โดยไม่ต้องติดต่อ ROS 2 โดยตรง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49105C-FB73-4784-B788-4535D4E00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133600"/>
            <a:ext cx="1943100" cy="1428750"/>
          </a:xfrm>
          <a:prstGeom xmlns:a="http://schemas.openxmlformats.org/drawingml/2006/main" prst="roundRect">
            <a:avLst>
              <a:gd name="adj" fmla="val 14667"/>
            </a:avLst>
          </a:prstGeom>
          <a:solidFill xmlns:a="http://schemas.openxmlformats.org/drawingml/2006/main">
            <a:srgbClr val="F2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1F269C-4C3E-4DF8-ADCB-40130B314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622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0A3B82"/>
                </a:solidFill>
              </a:defRPr>
            </a:defPPr>
            <a:lvl1pPr>
              <a:defRPr sz="1275" b="1">
                <a:solidFill>
                  <a:srgbClr val="0A3B82"/>
                </a:solidFill>
              </a:defRPr>
            </a:lvl1pPr>
            <a:lvl2pPr>
              <a:defRPr sz="1275" b="1">
                <a:solidFill>
                  <a:srgbClr val="0A3B82"/>
                </a:solidFill>
              </a:defRPr>
            </a:lvl2pPr>
            <a:lvl3pPr>
              <a:defRPr sz="1275" b="1">
                <a:solidFill>
                  <a:srgbClr val="0A3B82"/>
                </a:solidFill>
              </a:defRPr>
            </a:lvl3pPr>
            <a:lvl4pPr>
              <a:defRPr sz="1275" b="1">
                <a:solidFill>
                  <a:srgbClr val="0A3B82"/>
                </a:solidFill>
              </a:defRPr>
            </a:lvl4pPr>
            <a:lvl5pPr>
              <a:defRPr sz="1275" b="1">
                <a:solidFill>
                  <a:srgbClr val="0A3B82"/>
                </a:solidFill>
              </a:defRPr>
            </a:lvl5pPr>
            <a:lvl6pPr>
              <a:defRPr sz="1275" b="1">
                <a:solidFill>
                  <a:srgbClr val="0A3B82"/>
                </a:solidFill>
              </a:defRPr>
            </a:lvl6pPr>
            <a:lvl7pPr>
              <a:defRPr sz="1275" b="1">
                <a:solidFill>
                  <a:srgbClr val="0A3B82"/>
                </a:solidFill>
              </a:defRPr>
            </a:lvl7pPr>
            <a:lvl8pPr>
              <a:defRPr sz="1275" b="1">
                <a:solidFill>
                  <a:srgbClr val="0A3B82"/>
                </a:solidFill>
              </a:defRPr>
            </a:lvl8pPr>
            <a:lvl9pPr>
              <a:defRPr sz="12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A3B82"/>
                </a:solidFill>
              </a:defRPr>
            </a:pPr>
            <a:r>
              <a:rPr sz="1275" b="1">
                <a:solidFill>
                  <a:srgbClr val="0A3B82"/>
                </a:solidFill>
              </a:rPr>
              <a:t>ผู้ใช้งาน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01D57C-12AF-4257-81CA-7D94AF140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00350"/>
            <a:ext cx="1600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8718B"/>
                </a:solidFill>
              </a:defRPr>
            </a:defPPr>
            <a:lvl1pPr>
              <a:defRPr sz="975" b="0">
                <a:solidFill>
                  <a:srgbClr val="58718B"/>
                </a:solidFill>
              </a:defRPr>
            </a:lvl1pPr>
            <a:lvl2pPr>
              <a:defRPr sz="975" b="0">
                <a:solidFill>
                  <a:srgbClr val="58718B"/>
                </a:solidFill>
              </a:defRPr>
            </a:lvl2pPr>
            <a:lvl3pPr>
              <a:defRPr sz="975" b="0">
                <a:solidFill>
                  <a:srgbClr val="58718B"/>
                </a:solidFill>
              </a:defRPr>
            </a:lvl3pPr>
            <a:lvl4pPr>
              <a:defRPr sz="975" b="0">
                <a:solidFill>
                  <a:srgbClr val="58718B"/>
                </a:solidFill>
              </a:defRPr>
            </a:lvl4pPr>
            <a:lvl5pPr>
              <a:defRPr sz="975" b="0">
                <a:solidFill>
                  <a:srgbClr val="58718B"/>
                </a:solidFill>
              </a:defRPr>
            </a:lvl5pPr>
            <a:lvl6pPr>
              <a:defRPr sz="975" b="0">
                <a:solidFill>
                  <a:srgbClr val="58718B"/>
                </a:solidFill>
              </a:defRPr>
            </a:lvl6pPr>
            <a:lvl7pPr>
              <a:defRPr sz="975" b="0">
                <a:solidFill>
                  <a:srgbClr val="58718B"/>
                </a:solidFill>
              </a:defRPr>
            </a:lvl7pPr>
            <a:lvl8pPr>
              <a:defRPr sz="975" b="0">
                <a:solidFill>
                  <a:srgbClr val="58718B"/>
                </a:solidFill>
              </a:defRPr>
            </a:lvl8pPr>
            <a:lvl9pPr>
              <a:defRPr sz="97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8718B"/>
                </a:solidFill>
              </a:defRPr>
            </a:pPr>
            <a:r>
              <a:rPr sz="975" b="0">
                <a:solidFill>
                  <a:srgbClr val="58718B"/>
                </a:solidFill>
              </a:rPr>
              <a:t>เลือกสถานีและยืนยันขั้นตอน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E56F4A-7DD9-43F8-A2A7-9C27B9321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847975"/>
            <a:ext cx="27622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55BD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104AAF-0C94-473C-B3FA-9ABDB84A0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133600"/>
            <a:ext cx="1943100" cy="1428750"/>
          </a:xfrm>
          <a:prstGeom xmlns:a="http://schemas.openxmlformats.org/drawingml/2006/main" prst="roundRect">
            <a:avLst>
              <a:gd name="adj" fmla="val 14667"/>
            </a:avLst>
          </a:prstGeom>
          <a:solidFill xmlns:a="http://schemas.openxmlformats.org/drawingml/2006/main">
            <a:srgbClr val="EA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1D6C9F-105A-4ADB-8A51-DB33EEE27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622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0A3B82"/>
                </a:solidFill>
              </a:defRPr>
            </a:defPPr>
            <a:lvl1pPr>
              <a:defRPr sz="1275" b="1">
                <a:solidFill>
                  <a:srgbClr val="0A3B82"/>
                </a:solidFill>
              </a:defRPr>
            </a:lvl1pPr>
            <a:lvl2pPr>
              <a:defRPr sz="1275" b="1">
                <a:solidFill>
                  <a:srgbClr val="0A3B82"/>
                </a:solidFill>
              </a:defRPr>
            </a:lvl2pPr>
            <a:lvl3pPr>
              <a:defRPr sz="1275" b="1">
                <a:solidFill>
                  <a:srgbClr val="0A3B82"/>
                </a:solidFill>
              </a:defRPr>
            </a:lvl3pPr>
            <a:lvl4pPr>
              <a:defRPr sz="1275" b="1">
                <a:solidFill>
                  <a:srgbClr val="0A3B82"/>
                </a:solidFill>
              </a:defRPr>
            </a:lvl4pPr>
            <a:lvl5pPr>
              <a:defRPr sz="1275" b="1">
                <a:solidFill>
                  <a:srgbClr val="0A3B82"/>
                </a:solidFill>
              </a:defRPr>
            </a:lvl5pPr>
            <a:lvl6pPr>
              <a:defRPr sz="1275" b="1">
                <a:solidFill>
                  <a:srgbClr val="0A3B82"/>
                </a:solidFill>
              </a:defRPr>
            </a:lvl6pPr>
            <a:lvl7pPr>
              <a:defRPr sz="1275" b="1">
                <a:solidFill>
                  <a:srgbClr val="0A3B82"/>
                </a:solidFill>
              </a:defRPr>
            </a:lvl7pPr>
            <a:lvl8pPr>
              <a:defRPr sz="1275" b="1">
                <a:solidFill>
                  <a:srgbClr val="0A3B82"/>
                </a:solidFill>
              </a:defRPr>
            </a:lvl8pPr>
            <a:lvl9pPr>
              <a:defRPr sz="12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A3B82"/>
                </a:solidFill>
              </a:defRPr>
            </a:pPr>
            <a:r>
              <a:rPr sz="1275" b="1">
                <a:solidFill>
                  <a:srgbClr val="0A3B82"/>
                </a:solidFill>
              </a:rPr>
              <a:t>WEB APPLICATION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AAA8E4-489F-4257-901E-ABA8A6163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800350"/>
            <a:ext cx="1600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8718B"/>
                </a:solidFill>
              </a:defRPr>
            </a:defPPr>
            <a:lvl1pPr>
              <a:defRPr sz="975" b="0">
                <a:solidFill>
                  <a:srgbClr val="58718B"/>
                </a:solidFill>
              </a:defRPr>
            </a:lvl1pPr>
            <a:lvl2pPr>
              <a:defRPr sz="975" b="0">
                <a:solidFill>
                  <a:srgbClr val="58718B"/>
                </a:solidFill>
              </a:defRPr>
            </a:lvl2pPr>
            <a:lvl3pPr>
              <a:defRPr sz="975" b="0">
                <a:solidFill>
                  <a:srgbClr val="58718B"/>
                </a:solidFill>
              </a:defRPr>
            </a:lvl3pPr>
            <a:lvl4pPr>
              <a:defRPr sz="975" b="0">
                <a:solidFill>
                  <a:srgbClr val="58718B"/>
                </a:solidFill>
              </a:defRPr>
            </a:lvl4pPr>
            <a:lvl5pPr>
              <a:defRPr sz="975" b="0">
                <a:solidFill>
                  <a:srgbClr val="58718B"/>
                </a:solidFill>
              </a:defRPr>
            </a:lvl5pPr>
            <a:lvl6pPr>
              <a:defRPr sz="975" b="0">
                <a:solidFill>
                  <a:srgbClr val="58718B"/>
                </a:solidFill>
              </a:defRPr>
            </a:lvl6pPr>
            <a:lvl7pPr>
              <a:defRPr sz="975" b="0">
                <a:solidFill>
                  <a:srgbClr val="58718B"/>
                </a:solidFill>
              </a:defRPr>
            </a:lvl7pPr>
            <a:lvl8pPr>
              <a:defRPr sz="975" b="0">
                <a:solidFill>
                  <a:srgbClr val="58718B"/>
                </a:solidFill>
              </a:defRPr>
            </a:lvl8pPr>
            <a:lvl9pPr>
              <a:defRPr sz="97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8718B"/>
                </a:solidFill>
              </a:defRPr>
            </a:pPr>
            <a:r>
              <a:rPr sz="975" b="0">
                <a:solidFill>
                  <a:srgbClr val="58718B"/>
                </a:solidFill>
              </a:rPr>
              <a:t>Next.js  FastAPI  PostgreSQL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FD8B4D-4296-44A1-9496-50167A13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847975"/>
            <a:ext cx="27622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55BD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2715FC-EB60-4D8F-B56C-237CBC484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133600"/>
            <a:ext cx="1943100" cy="1428750"/>
          </a:xfrm>
          <a:prstGeom xmlns:a="http://schemas.openxmlformats.org/drawingml/2006/main" prst="roundRect">
            <a:avLst>
              <a:gd name="adj" fmla="val 14667"/>
            </a:avLst>
          </a:prstGeom>
          <a:solidFill xmlns:a="http://schemas.openxmlformats.org/drawingml/2006/main">
            <a:srgbClr val="0A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F9047C-3592-45A5-996C-FE479D06B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3622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FFFFFF"/>
                </a:solidFill>
              </a:defRPr>
            </a:defPPr>
            <a:lvl1pPr>
              <a:defRPr sz="1275" b="1">
                <a:solidFill>
                  <a:srgbClr val="FFFFFF"/>
                </a:solidFill>
              </a:defRPr>
            </a:lvl1pPr>
            <a:lvl2pPr>
              <a:defRPr sz="1275" b="1">
                <a:solidFill>
                  <a:srgbClr val="FFFFFF"/>
                </a:solidFill>
              </a:defRPr>
            </a:lvl2pPr>
            <a:lvl3pPr>
              <a:defRPr sz="1275" b="1">
                <a:solidFill>
                  <a:srgbClr val="FFFFFF"/>
                </a:solidFill>
              </a:defRPr>
            </a:lvl3pPr>
            <a:lvl4pPr>
              <a:defRPr sz="1275" b="1">
                <a:solidFill>
                  <a:srgbClr val="FFFFFF"/>
                </a:solidFill>
              </a:defRPr>
            </a:lvl4pPr>
            <a:lvl5pPr>
              <a:defRPr sz="1275" b="1">
                <a:solidFill>
                  <a:srgbClr val="FFFFFF"/>
                </a:solidFill>
              </a:defRPr>
            </a:lvl5pPr>
            <a:lvl6pPr>
              <a:defRPr sz="1275" b="1">
                <a:solidFill>
                  <a:srgbClr val="FFFFFF"/>
                </a:solidFill>
              </a:defRPr>
            </a:lvl6pPr>
            <a:lvl7pPr>
              <a:defRPr sz="1275" b="1">
                <a:solidFill>
                  <a:srgbClr val="FFFFFF"/>
                </a:solidFill>
              </a:defRPr>
            </a:lvl7pPr>
            <a:lvl8pPr>
              <a:defRPr sz="1275" b="1">
                <a:solidFill>
                  <a:srgbClr val="FFFFFF"/>
                </a:solidFill>
              </a:defRPr>
            </a:lvl8pPr>
            <a:lvl9pPr>
              <a:defRPr sz="12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ROBOT AGENT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427A9E-C4CB-4AD7-9520-E8583C897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00350"/>
            <a:ext cx="1600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FFFFFF"/>
                </a:solidFill>
              </a:defRPr>
            </a:defPPr>
            <a:lvl1pPr>
              <a:defRPr sz="975" b="0">
                <a:solidFill>
                  <a:srgbClr val="FFFFFF"/>
                </a:solidFill>
              </a:defRPr>
            </a:lvl1pPr>
            <a:lvl2pPr>
              <a:defRPr sz="975" b="0">
                <a:solidFill>
                  <a:srgbClr val="FFFFFF"/>
                </a:solidFill>
              </a:defRPr>
            </a:lvl2pPr>
            <a:lvl3pPr>
              <a:defRPr sz="975" b="0">
                <a:solidFill>
                  <a:srgbClr val="FFFFFF"/>
                </a:solidFill>
              </a:defRPr>
            </a:lvl3pPr>
            <a:lvl4pPr>
              <a:defRPr sz="975" b="0">
                <a:solidFill>
                  <a:srgbClr val="FFFFFF"/>
                </a:solidFill>
              </a:defRPr>
            </a:lvl4pPr>
            <a:lvl5pPr>
              <a:defRPr sz="975" b="0">
                <a:solidFill>
                  <a:srgbClr val="FFFFFF"/>
                </a:solidFill>
              </a:defRPr>
            </a:lvl5pPr>
            <a:lvl6pPr>
              <a:defRPr sz="975" b="0">
                <a:solidFill>
                  <a:srgbClr val="FFFFFF"/>
                </a:solidFill>
              </a:defRPr>
            </a:lvl6pPr>
            <a:lvl7pPr>
              <a:defRPr sz="975" b="0">
                <a:solidFill>
                  <a:srgbClr val="FFFFFF"/>
                </a:solidFill>
              </a:defRPr>
            </a:lvl7pPr>
            <a:lvl8pPr>
              <a:defRPr sz="975" b="0">
                <a:solidFill>
                  <a:srgbClr val="FFFFFF"/>
                </a:solidFill>
              </a:defRPr>
            </a:lvl8pPr>
            <a:lvl9pPr>
              <a:defRPr sz="97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รับงาน เรียก Nav2 ส่งสถานะกลับ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0FEEDE-092C-449E-AE7F-0C8A9EC55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847975"/>
            <a:ext cx="27622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55BD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81A7A6-7422-490B-8AF8-356AEB9E5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33600"/>
            <a:ext cx="1943100" cy="1428750"/>
          </a:xfrm>
          <a:prstGeom xmlns:a="http://schemas.openxmlformats.org/drawingml/2006/main" prst="roundRect">
            <a:avLst>
              <a:gd name="adj" fmla="val 14667"/>
            </a:avLst>
          </a:prstGeom>
          <a:solidFill xmlns:a="http://schemas.openxmlformats.org/drawingml/2006/main">
            <a:srgbClr val="F2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074393-E6B7-42DB-9726-17C5AA2D5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3622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0A3B82"/>
                </a:solidFill>
              </a:defRPr>
            </a:defPPr>
            <a:lvl1pPr>
              <a:defRPr sz="1275" b="1">
                <a:solidFill>
                  <a:srgbClr val="0A3B82"/>
                </a:solidFill>
              </a:defRPr>
            </a:lvl1pPr>
            <a:lvl2pPr>
              <a:defRPr sz="1275" b="1">
                <a:solidFill>
                  <a:srgbClr val="0A3B82"/>
                </a:solidFill>
              </a:defRPr>
            </a:lvl2pPr>
            <a:lvl3pPr>
              <a:defRPr sz="1275" b="1">
                <a:solidFill>
                  <a:srgbClr val="0A3B82"/>
                </a:solidFill>
              </a:defRPr>
            </a:lvl3pPr>
            <a:lvl4pPr>
              <a:defRPr sz="1275" b="1">
                <a:solidFill>
                  <a:srgbClr val="0A3B82"/>
                </a:solidFill>
              </a:defRPr>
            </a:lvl4pPr>
            <a:lvl5pPr>
              <a:defRPr sz="1275" b="1">
                <a:solidFill>
                  <a:srgbClr val="0A3B82"/>
                </a:solidFill>
              </a:defRPr>
            </a:lvl5pPr>
            <a:lvl6pPr>
              <a:defRPr sz="1275" b="1">
                <a:solidFill>
                  <a:srgbClr val="0A3B82"/>
                </a:solidFill>
              </a:defRPr>
            </a:lvl6pPr>
            <a:lvl7pPr>
              <a:defRPr sz="1275" b="1">
                <a:solidFill>
                  <a:srgbClr val="0A3B82"/>
                </a:solidFill>
              </a:defRPr>
            </a:lvl7pPr>
            <a:lvl8pPr>
              <a:defRPr sz="1275" b="1">
                <a:solidFill>
                  <a:srgbClr val="0A3B82"/>
                </a:solidFill>
              </a:defRPr>
            </a:lvl8pPr>
            <a:lvl9pPr>
              <a:defRPr sz="12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A3B82"/>
                </a:solidFill>
              </a:defRPr>
            </a:pPr>
            <a:r>
              <a:rPr sz="1275" b="1">
                <a:solidFill>
                  <a:srgbClr val="0A3B82"/>
                </a:solidFill>
              </a:rPr>
              <a:t>ROS 2 + NAV2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86EB2D-D182-4575-B907-CEBE76378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800350"/>
            <a:ext cx="1600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8718B"/>
                </a:solidFill>
              </a:defRPr>
            </a:defPPr>
            <a:lvl1pPr>
              <a:defRPr sz="975" b="0">
                <a:solidFill>
                  <a:srgbClr val="58718B"/>
                </a:solidFill>
              </a:defRPr>
            </a:lvl1pPr>
            <a:lvl2pPr>
              <a:defRPr sz="975" b="0">
                <a:solidFill>
                  <a:srgbClr val="58718B"/>
                </a:solidFill>
              </a:defRPr>
            </a:lvl2pPr>
            <a:lvl3pPr>
              <a:defRPr sz="975" b="0">
                <a:solidFill>
                  <a:srgbClr val="58718B"/>
                </a:solidFill>
              </a:defRPr>
            </a:lvl3pPr>
            <a:lvl4pPr>
              <a:defRPr sz="975" b="0">
                <a:solidFill>
                  <a:srgbClr val="58718B"/>
                </a:solidFill>
              </a:defRPr>
            </a:lvl4pPr>
            <a:lvl5pPr>
              <a:defRPr sz="975" b="0">
                <a:solidFill>
                  <a:srgbClr val="58718B"/>
                </a:solidFill>
              </a:defRPr>
            </a:lvl5pPr>
            <a:lvl6pPr>
              <a:defRPr sz="975" b="0">
                <a:solidFill>
                  <a:srgbClr val="58718B"/>
                </a:solidFill>
              </a:defRPr>
            </a:lvl6pPr>
            <a:lvl7pPr>
              <a:defRPr sz="975" b="0">
                <a:solidFill>
                  <a:srgbClr val="58718B"/>
                </a:solidFill>
              </a:defRPr>
            </a:lvl7pPr>
            <a:lvl8pPr>
              <a:defRPr sz="975" b="0">
                <a:solidFill>
                  <a:srgbClr val="58718B"/>
                </a:solidFill>
              </a:defRPr>
            </a:lvl8pPr>
            <a:lvl9pPr>
              <a:defRPr sz="97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8718B"/>
                </a:solidFill>
              </a:defRPr>
            </a:pPr>
            <a:r>
              <a:rPr sz="975" b="0">
                <a:solidFill>
                  <a:srgbClr val="58718B"/>
                </a:solidFill>
              </a:rPr>
              <a:t>วางแผนเส้นทางและควบคุมการเคลื่อนที่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58E09F-BAA8-45C0-8926-704B3198F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847975"/>
            <a:ext cx="27622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55BD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55AF65-90BC-4A6E-BE44-C5F0AF497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33600"/>
            <a:ext cx="1943100" cy="1428750"/>
          </a:xfrm>
          <a:prstGeom xmlns:a="http://schemas.openxmlformats.org/drawingml/2006/main" prst="roundRect">
            <a:avLst>
              <a:gd name="adj" fmla="val 14667"/>
            </a:avLst>
          </a:prstGeom>
          <a:solidFill xmlns:a="http://schemas.openxmlformats.org/drawingml/2006/main">
            <a:srgbClr val="EA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452298-2984-46D6-BA34-B6CF5DE3C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3622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0A3B82"/>
                </a:solidFill>
              </a:defRPr>
            </a:defPPr>
            <a:lvl1pPr>
              <a:defRPr sz="1275" b="1">
                <a:solidFill>
                  <a:srgbClr val="0A3B82"/>
                </a:solidFill>
              </a:defRPr>
            </a:lvl1pPr>
            <a:lvl2pPr>
              <a:defRPr sz="1275" b="1">
                <a:solidFill>
                  <a:srgbClr val="0A3B82"/>
                </a:solidFill>
              </a:defRPr>
            </a:lvl2pPr>
            <a:lvl3pPr>
              <a:defRPr sz="1275" b="1">
                <a:solidFill>
                  <a:srgbClr val="0A3B82"/>
                </a:solidFill>
              </a:defRPr>
            </a:lvl3pPr>
            <a:lvl4pPr>
              <a:defRPr sz="1275" b="1">
                <a:solidFill>
                  <a:srgbClr val="0A3B82"/>
                </a:solidFill>
              </a:defRPr>
            </a:lvl4pPr>
            <a:lvl5pPr>
              <a:defRPr sz="1275" b="1">
                <a:solidFill>
                  <a:srgbClr val="0A3B82"/>
                </a:solidFill>
              </a:defRPr>
            </a:lvl5pPr>
            <a:lvl6pPr>
              <a:defRPr sz="1275" b="1">
                <a:solidFill>
                  <a:srgbClr val="0A3B82"/>
                </a:solidFill>
              </a:defRPr>
            </a:lvl6pPr>
            <a:lvl7pPr>
              <a:defRPr sz="1275" b="1">
                <a:solidFill>
                  <a:srgbClr val="0A3B82"/>
                </a:solidFill>
              </a:defRPr>
            </a:lvl7pPr>
            <a:lvl8pPr>
              <a:defRPr sz="1275" b="1">
                <a:solidFill>
                  <a:srgbClr val="0A3B82"/>
                </a:solidFill>
              </a:defRPr>
            </a:lvl8pPr>
            <a:lvl9pPr>
              <a:defRPr sz="12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A3B82"/>
                </a:solidFill>
              </a:defRPr>
            </a:pPr>
            <a:r>
              <a:rPr sz="1275" b="1">
                <a:solidFill>
                  <a:srgbClr val="0A3B82"/>
                </a:solidFill>
              </a:rPr>
              <a:t>BASE + ESP32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DB9110-5458-41F5-8AE0-7CDBF883C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800350"/>
            <a:ext cx="1600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8718B"/>
                </a:solidFill>
              </a:defRPr>
            </a:defPPr>
            <a:lvl1pPr>
              <a:defRPr sz="975" b="0">
                <a:solidFill>
                  <a:srgbClr val="58718B"/>
                </a:solidFill>
              </a:defRPr>
            </a:lvl1pPr>
            <a:lvl2pPr>
              <a:defRPr sz="975" b="0">
                <a:solidFill>
                  <a:srgbClr val="58718B"/>
                </a:solidFill>
              </a:defRPr>
            </a:lvl2pPr>
            <a:lvl3pPr>
              <a:defRPr sz="975" b="0">
                <a:solidFill>
                  <a:srgbClr val="58718B"/>
                </a:solidFill>
              </a:defRPr>
            </a:lvl3pPr>
            <a:lvl4pPr>
              <a:defRPr sz="975" b="0">
                <a:solidFill>
                  <a:srgbClr val="58718B"/>
                </a:solidFill>
              </a:defRPr>
            </a:lvl4pPr>
            <a:lvl5pPr>
              <a:defRPr sz="975" b="0">
                <a:solidFill>
                  <a:srgbClr val="58718B"/>
                </a:solidFill>
              </a:defRPr>
            </a:lvl5pPr>
            <a:lvl6pPr>
              <a:defRPr sz="975" b="0">
                <a:solidFill>
                  <a:srgbClr val="58718B"/>
                </a:solidFill>
              </a:defRPr>
            </a:lvl6pPr>
            <a:lvl7pPr>
              <a:defRPr sz="975" b="0">
                <a:solidFill>
                  <a:srgbClr val="58718B"/>
                </a:solidFill>
              </a:defRPr>
            </a:lvl7pPr>
            <a:lvl8pPr>
              <a:defRPr sz="975" b="0">
                <a:solidFill>
                  <a:srgbClr val="58718B"/>
                </a:solidFill>
              </a:defRPr>
            </a:lvl8pPr>
            <a:lvl9pPr>
              <a:defRPr sz="97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8718B"/>
                </a:solidFill>
              </a:defRPr>
            </a:pPr>
            <a:r>
              <a:rPr sz="975" b="0">
                <a:solidFill>
                  <a:srgbClr val="58718B"/>
                </a:solidFill>
              </a:rPr>
              <a:t>ขับมอเตอร์และส่ง Telemetry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6B0EA0-FDD7-4CA9-88D0-CCD54B2C3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526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COMMAND FLOW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D1F253-6263-4D21-A901-150121179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29100"/>
            <a:ext cx="95250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678B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E053C0-68BC-40CA-9DFE-77BA0658E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95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STATUS FLOW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043879-53E5-4404-A136-703A49E58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24400"/>
            <a:ext cx="11239500" cy="10668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2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2F98F2-5726-49AD-8A61-57D6033DC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720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0A3B82"/>
                </a:solidFill>
              </a:defRPr>
            </a:defPPr>
            <a:lvl1pPr>
              <a:defRPr sz="1275" b="1">
                <a:solidFill>
                  <a:srgbClr val="0A3B82"/>
                </a:solidFill>
              </a:defRPr>
            </a:lvl1pPr>
            <a:lvl2pPr>
              <a:defRPr sz="1275" b="1">
                <a:solidFill>
                  <a:srgbClr val="0A3B82"/>
                </a:solidFill>
              </a:defRPr>
            </a:lvl2pPr>
            <a:lvl3pPr>
              <a:defRPr sz="1275" b="1">
                <a:solidFill>
                  <a:srgbClr val="0A3B82"/>
                </a:solidFill>
              </a:defRPr>
            </a:lvl3pPr>
            <a:lvl4pPr>
              <a:defRPr sz="1275" b="1">
                <a:solidFill>
                  <a:srgbClr val="0A3B82"/>
                </a:solidFill>
              </a:defRPr>
            </a:lvl4pPr>
            <a:lvl5pPr>
              <a:defRPr sz="1275" b="1">
                <a:solidFill>
                  <a:srgbClr val="0A3B82"/>
                </a:solidFill>
              </a:defRPr>
            </a:lvl5pPr>
            <a:lvl6pPr>
              <a:defRPr sz="1275" b="1">
                <a:solidFill>
                  <a:srgbClr val="0A3B82"/>
                </a:solidFill>
              </a:defRPr>
            </a:lvl6pPr>
            <a:lvl7pPr>
              <a:defRPr sz="1275" b="1">
                <a:solidFill>
                  <a:srgbClr val="0A3B82"/>
                </a:solidFill>
              </a:defRPr>
            </a:lvl7pPr>
            <a:lvl8pPr>
              <a:defRPr sz="1275" b="1">
                <a:solidFill>
                  <a:srgbClr val="0A3B82"/>
                </a:solidFill>
              </a:defRPr>
            </a:lvl8pPr>
            <a:lvl9pPr>
              <a:defRPr sz="12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A3B82"/>
                </a:solidFill>
              </a:defRPr>
            </a:pPr>
            <a:r>
              <a:rPr sz="1275" b="1">
                <a:solidFill>
                  <a:srgbClr val="0A3B82"/>
                </a:solidFill>
              </a:rPr>
              <a:t>สถานะที่ส่งกลับ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7AA7B5-B475-483E-B10E-DEA308BA6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9720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02A43"/>
                </a:solidFill>
              </a:defRPr>
            </a:defPPr>
            <a:lvl1pPr>
              <a:defRPr sz="1125" b="1">
                <a:solidFill>
                  <a:srgbClr val="102A43"/>
                </a:solidFill>
              </a:defRPr>
            </a:lvl1pPr>
            <a:lvl2pPr>
              <a:defRPr sz="1125" b="1">
                <a:solidFill>
                  <a:srgbClr val="102A43"/>
                </a:solidFill>
              </a:defRPr>
            </a:lvl2pPr>
            <a:lvl3pPr>
              <a:defRPr sz="1125" b="1">
                <a:solidFill>
                  <a:srgbClr val="102A43"/>
                </a:solidFill>
              </a:defRPr>
            </a:lvl3pPr>
            <a:lvl4pPr>
              <a:defRPr sz="1125" b="1">
                <a:solidFill>
                  <a:srgbClr val="102A43"/>
                </a:solidFill>
              </a:defRPr>
            </a:lvl4pPr>
            <a:lvl5pPr>
              <a:defRPr sz="1125" b="1">
                <a:solidFill>
                  <a:srgbClr val="102A43"/>
                </a:solidFill>
              </a:defRPr>
            </a:lvl5pPr>
            <a:lvl6pPr>
              <a:defRPr sz="1125" b="1">
                <a:solidFill>
                  <a:srgbClr val="102A43"/>
                </a:solidFill>
              </a:defRPr>
            </a:lvl6pPr>
            <a:lvl7pPr>
              <a:defRPr sz="1125" b="1">
                <a:solidFill>
                  <a:srgbClr val="102A43"/>
                </a:solidFill>
              </a:defRPr>
            </a:lvl7pPr>
            <a:lvl8pPr>
              <a:defRPr sz="1125" b="1">
                <a:solidFill>
                  <a:srgbClr val="102A43"/>
                </a:solidFill>
              </a:defRPr>
            </a:lvl8pPr>
            <a:lvl9pPr>
              <a:defRPr sz="112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02A43"/>
                </a:solidFill>
              </a:defRPr>
            </a:pPr>
            <a:r>
              <a:rPr sz="1125" b="1">
                <a:solidFill>
                  <a:srgbClr val="102A43"/>
                </a:solidFill>
              </a:rPr>
              <a:t>ตำแหน่งหุ่นยนต์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138A30-9561-482E-B167-D83EFB60C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9720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02A43"/>
                </a:solidFill>
              </a:defRPr>
            </a:defPPr>
            <a:lvl1pPr>
              <a:defRPr sz="1125" b="1">
                <a:solidFill>
                  <a:srgbClr val="102A43"/>
                </a:solidFill>
              </a:defRPr>
            </a:lvl1pPr>
            <a:lvl2pPr>
              <a:defRPr sz="1125" b="1">
                <a:solidFill>
                  <a:srgbClr val="102A43"/>
                </a:solidFill>
              </a:defRPr>
            </a:lvl2pPr>
            <a:lvl3pPr>
              <a:defRPr sz="1125" b="1">
                <a:solidFill>
                  <a:srgbClr val="102A43"/>
                </a:solidFill>
              </a:defRPr>
            </a:lvl3pPr>
            <a:lvl4pPr>
              <a:defRPr sz="1125" b="1">
                <a:solidFill>
                  <a:srgbClr val="102A43"/>
                </a:solidFill>
              </a:defRPr>
            </a:lvl4pPr>
            <a:lvl5pPr>
              <a:defRPr sz="1125" b="1">
                <a:solidFill>
                  <a:srgbClr val="102A43"/>
                </a:solidFill>
              </a:defRPr>
            </a:lvl5pPr>
            <a:lvl6pPr>
              <a:defRPr sz="1125" b="1">
                <a:solidFill>
                  <a:srgbClr val="102A43"/>
                </a:solidFill>
              </a:defRPr>
            </a:lvl6pPr>
            <a:lvl7pPr>
              <a:defRPr sz="1125" b="1">
                <a:solidFill>
                  <a:srgbClr val="102A43"/>
                </a:solidFill>
              </a:defRPr>
            </a:lvl7pPr>
            <a:lvl8pPr>
              <a:defRPr sz="1125" b="1">
                <a:solidFill>
                  <a:srgbClr val="102A43"/>
                </a:solidFill>
              </a:defRPr>
            </a:lvl8pPr>
            <a:lvl9pPr>
              <a:defRPr sz="112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02A43"/>
                </a:solidFill>
              </a:defRPr>
            </a:pPr>
            <a:r>
              <a:rPr sz="1125" b="1">
                <a:solidFill>
                  <a:srgbClr val="102A43"/>
                </a:solidFill>
              </a:rPr>
              <a:t>สถานะการนำทาง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951FFE-5B17-4A73-8D56-724D97D05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9720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02A43"/>
                </a:solidFill>
              </a:defRPr>
            </a:defPPr>
            <a:lvl1pPr>
              <a:defRPr sz="1125" b="1">
                <a:solidFill>
                  <a:srgbClr val="102A43"/>
                </a:solidFill>
              </a:defRPr>
            </a:lvl1pPr>
            <a:lvl2pPr>
              <a:defRPr sz="1125" b="1">
                <a:solidFill>
                  <a:srgbClr val="102A43"/>
                </a:solidFill>
              </a:defRPr>
            </a:lvl2pPr>
            <a:lvl3pPr>
              <a:defRPr sz="1125" b="1">
                <a:solidFill>
                  <a:srgbClr val="102A43"/>
                </a:solidFill>
              </a:defRPr>
            </a:lvl3pPr>
            <a:lvl4pPr>
              <a:defRPr sz="1125" b="1">
                <a:solidFill>
                  <a:srgbClr val="102A43"/>
                </a:solidFill>
              </a:defRPr>
            </a:lvl4pPr>
            <a:lvl5pPr>
              <a:defRPr sz="1125" b="1">
                <a:solidFill>
                  <a:srgbClr val="102A43"/>
                </a:solidFill>
              </a:defRPr>
            </a:lvl5pPr>
            <a:lvl6pPr>
              <a:defRPr sz="1125" b="1">
                <a:solidFill>
                  <a:srgbClr val="102A43"/>
                </a:solidFill>
              </a:defRPr>
            </a:lvl6pPr>
            <a:lvl7pPr>
              <a:defRPr sz="1125" b="1">
                <a:solidFill>
                  <a:srgbClr val="102A43"/>
                </a:solidFill>
              </a:defRPr>
            </a:lvl7pPr>
            <a:lvl8pPr>
              <a:defRPr sz="1125" b="1">
                <a:solidFill>
                  <a:srgbClr val="102A43"/>
                </a:solidFill>
              </a:defRPr>
            </a:lvl8pPr>
            <a:lvl9pPr>
              <a:defRPr sz="112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02A43"/>
                </a:solidFill>
              </a:defRPr>
            </a:pPr>
            <a:r>
              <a:rPr sz="1125" b="1">
                <a:solidFill>
                  <a:srgbClr val="102A43"/>
                </a:solidFill>
              </a:rPr>
              <a:t>สถานะภารกิจ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31E28E-9CE7-4D47-87BC-2E66B5F64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9720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02A43"/>
                </a:solidFill>
              </a:defRPr>
            </a:defPPr>
            <a:lvl1pPr>
              <a:defRPr sz="1125" b="1">
                <a:solidFill>
                  <a:srgbClr val="102A43"/>
                </a:solidFill>
              </a:defRPr>
            </a:lvl1pPr>
            <a:lvl2pPr>
              <a:defRPr sz="1125" b="1">
                <a:solidFill>
                  <a:srgbClr val="102A43"/>
                </a:solidFill>
              </a:defRPr>
            </a:lvl2pPr>
            <a:lvl3pPr>
              <a:defRPr sz="1125" b="1">
                <a:solidFill>
                  <a:srgbClr val="102A43"/>
                </a:solidFill>
              </a:defRPr>
            </a:lvl3pPr>
            <a:lvl4pPr>
              <a:defRPr sz="1125" b="1">
                <a:solidFill>
                  <a:srgbClr val="102A43"/>
                </a:solidFill>
              </a:defRPr>
            </a:lvl4pPr>
            <a:lvl5pPr>
              <a:defRPr sz="1125" b="1">
                <a:solidFill>
                  <a:srgbClr val="102A43"/>
                </a:solidFill>
              </a:defRPr>
            </a:lvl5pPr>
            <a:lvl6pPr>
              <a:defRPr sz="1125" b="1">
                <a:solidFill>
                  <a:srgbClr val="102A43"/>
                </a:solidFill>
              </a:defRPr>
            </a:lvl6pPr>
            <a:lvl7pPr>
              <a:defRPr sz="1125" b="1">
                <a:solidFill>
                  <a:srgbClr val="102A43"/>
                </a:solidFill>
              </a:defRPr>
            </a:lvl7pPr>
            <a:lvl8pPr>
              <a:defRPr sz="1125" b="1">
                <a:solidFill>
                  <a:srgbClr val="102A43"/>
                </a:solidFill>
              </a:defRPr>
            </a:lvl8pPr>
            <a:lvl9pPr>
              <a:defRPr sz="112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02A43"/>
                </a:solidFill>
              </a:defRPr>
            </a:pPr>
            <a:r>
              <a:rPr sz="1125" b="1">
                <a:solidFill>
                  <a:srgbClr val="102A43"/>
                </a:solidFill>
              </a:rPr>
              <a:t>Event History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FDAF9CC-D0F5-43AD-B628-23FE1C312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1020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ผู้ใช้จึงติดตามงานและตรวจสอบย้อนหลังได้จากหน้าเว็บเดียว</a:t>
            </a:r>
          </a:p>
        </p:txBody>
      </p:sp>
    </p:spTree>
    <p:extLst>
      <p:ext uri="{BB962C8B-B14F-4D97-AF65-F5344CB8AC3E}">
        <p14:creationId xmlns:p14="http://schemas.microsoft.com/office/powerpoint/2010/main" val="163286154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642A9A-3A5E-4141-B747-C04F088D9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MISSION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DF717A-E0CF-4876-8AA6-EA0E33297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4663BB-0DD7-4FD9-9FEA-C6D3206F6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Mission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3FC424-D97F-4F22-85DA-D10B80E08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48CEF4-500E-49F2-AD34-5BF6DCE68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A delivery is a sequence of states, not only a navigation goal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42ED81-2235-4D62-8302-A4807237B8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3dcf36ceef4d5c"/>
          <a:stretch xmlns:a="http://schemas.openxmlformats.org/drawingml/2006/main"/>
        </p:blipFill>
        <p:spPr>
          <a:xfrm xmlns:a="http://schemas.openxmlformats.org/drawingml/2006/main">
            <a:off x="1857375" y="1485900"/>
            <a:ext cx="3238500" cy="4857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2F3FF9-9D28-4E8C-9502-7FED7282D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7145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678BE"/>
                </a:solidFill>
              </a:defRPr>
            </a:defPPr>
            <a:lvl1pPr>
              <a:defRPr sz="1200" b="1">
                <a:solidFill>
                  <a:srgbClr val="1678BE"/>
                </a:solidFill>
              </a:defRPr>
            </a:lvl1pPr>
            <a:lvl2pPr>
              <a:defRPr sz="1200" b="1">
                <a:solidFill>
                  <a:srgbClr val="1678BE"/>
                </a:solidFill>
              </a:defRPr>
            </a:lvl2pPr>
            <a:lvl3pPr>
              <a:defRPr sz="1200" b="1">
                <a:solidFill>
                  <a:srgbClr val="1678BE"/>
                </a:solidFill>
              </a:defRPr>
            </a:lvl3pPr>
            <a:lvl4pPr>
              <a:defRPr sz="1200" b="1">
                <a:solidFill>
                  <a:srgbClr val="1678BE"/>
                </a:solidFill>
              </a:defRPr>
            </a:lvl4pPr>
            <a:lvl5pPr>
              <a:defRPr sz="1200" b="1">
                <a:solidFill>
                  <a:srgbClr val="1678BE"/>
                </a:solidFill>
              </a:defRPr>
            </a:lvl5pPr>
            <a:lvl6pPr>
              <a:defRPr sz="1200" b="1">
                <a:solidFill>
                  <a:srgbClr val="1678BE"/>
                </a:solidFill>
              </a:defRPr>
            </a:lvl6pPr>
            <a:lvl7pPr>
              <a:defRPr sz="1200" b="1">
                <a:solidFill>
                  <a:srgbClr val="1678BE"/>
                </a:solidFill>
              </a:defRPr>
            </a:lvl7pPr>
            <a:lvl8pPr>
              <a:defRPr sz="1200" b="1">
                <a:solidFill>
                  <a:srgbClr val="1678BE"/>
                </a:solidFill>
              </a:defRPr>
            </a:lvl8pPr>
            <a:lvl9pPr>
              <a:defRPr sz="12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678BE"/>
                </a:solidFill>
              </a:defRPr>
            </a:pPr>
            <a:r>
              <a:rPr sz="1200" b="1">
                <a:solidFill>
                  <a:srgbClr val="1678BE"/>
                </a:solidFill>
              </a:rPr>
              <a:t>NORMAL FLOW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E45B64-D9F4-4F02-A85E-0C30C3B10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152650"/>
            <a:ext cx="39624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06A3DC-F8E8-4F0E-969E-789CDDACA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219325"/>
            <a:ext cx="3771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0A3B82"/>
                </a:solidFill>
              </a:defRPr>
            </a:defPPr>
            <a:lvl1pPr>
              <a:defRPr sz="975" b="1">
                <a:solidFill>
                  <a:srgbClr val="0A3B82"/>
                </a:solidFill>
              </a:defRPr>
            </a:lvl1pPr>
            <a:lvl2pPr>
              <a:defRPr sz="975" b="1">
                <a:solidFill>
                  <a:srgbClr val="0A3B82"/>
                </a:solidFill>
              </a:defRPr>
            </a:lvl2pPr>
            <a:lvl3pPr>
              <a:defRPr sz="975" b="1">
                <a:solidFill>
                  <a:srgbClr val="0A3B82"/>
                </a:solidFill>
              </a:defRPr>
            </a:lvl3pPr>
            <a:lvl4pPr>
              <a:defRPr sz="975" b="1">
                <a:solidFill>
                  <a:srgbClr val="0A3B82"/>
                </a:solidFill>
              </a:defRPr>
            </a:lvl4pPr>
            <a:lvl5pPr>
              <a:defRPr sz="975" b="1">
                <a:solidFill>
                  <a:srgbClr val="0A3B82"/>
                </a:solidFill>
              </a:defRPr>
            </a:lvl5pPr>
            <a:lvl6pPr>
              <a:defRPr sz="975" b="1">
                <a:solidFill>
                  <a:srgbClr val="0A3B82"/>
                </a:solidFill>
              </a:defRPr>
            </a:lvl6pPr>
            <a:lvl7pPr>
              <a:defRPr sz="975" b="1">
                <a:solidFill>
                  <a:srgbClr val="0A3B82"/>
                </a:solidFill>
              </a:defRPr>
            </a:lvl7pPr>
            <a:lvl8pPr>
              <a:defRPr sz="975" b="1">
                <a:solidFill>
                  <a:srgbClr val="0A3B82"/>
                </a:solidFill>
              </a:defRPr>
            </a:lvl8pPr>
            <a:lvl9pPr>
              <a:defRPr sz="9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A3B82"/>
                </a:solidFill>
              </a:defRPr>
            </a:pPr>
            <a:r>
              <a:rPr sz="975" b="1">
                <a:solidFill>
                  <a:srgbClr val="0A3B82"/>
                </a:solidFill>
              </a:rPr>
              <a:t>QUEUED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8B1997-BEE6-45E8-9305-FDCD7B726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667000"/>
            <a:ext cx="39624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E04BAD-4FAD-4EE7-BDE0-F92952730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33675"/>
            <a:ext cx="3771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0A3B82"/>
                </a:solidFill>
              </a:defRPr>
            </a:defPPr>
            <a:lvl1pPr>
              <a:defRPr sz="975" b="1">
                <a:solidFill>
                  <a:srgbClr val="0A3B82"/>
                </a:solidFill>
              </a:defRPr>
            </a:lvl1pPr>
            <a:lvl2pPr>
              <a:defRPr sz="975" b="1">
                <a:solidFill>
                  <a:srgbClr val="0A3B82"/>
                </a:solidFill>
              </a:defRPr>
            </a:lvl2pPr>
            <a:lvl3pPr>
              <a:defRPr sz="975" b="1">
                <a:solidFill>
                  <a:srgbClr val="0A3B82"/>
                </a:solidFill>
              </a:defRPr>
            </a:lvl3pPr>
            <a:lvl4pPr>
              <a:defRPr sz="975" b="1">
                <a:solidFill>
                  <a:srgbClr val="0A3B82"/>
                </a:solidFill>
              </a:defRPr>
            </a:lvl4pPr>
            <a:lvl5pPr>
              <a:defRPr sz="975" b="1">
                <a:solidFill>
                  <a:srgbClr val="0A3B82"/>
                </a:solidFill>
              </a:defRPr>
            </a:lvl5pPr>
            <a:lvl6pPr>
              <a:defRPr sz="975" b="1">
                <a:solidFill>
                  <a:srgbClr val="0A3B82"/>
                </a:solidFill>
              </a:defRPr>
            </a:lvl6pPr>
            <a:lvl7pPr>
              <a:defRPr sz="975" b="1">
                <a:solidFill>
                  <a:srgbClr val="0A3B82"/>
                </a:solidFill>
              </a:defRPr>
            </a:lvl7pPr>
            <a:lvl8pPr>
              <a:defRPr sz="975" b="1">
                <a:solidFill>
                  <a:srgbClr val="0A3B82"/>
                </a:solidFill>
              </a:defRPr>
            </a:lvl8pPr>
            <a:lvl9pPr>
              <a:defRPr sz="9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A3B82"/>
                </a:solidFill>
              </a:defRPr>
            </a:pPr>
            <a:r>
              <a:rPr sz="975" b="1">
                <a:solidFill>
                  <a:srgbClr val="0A3B82"/>
                </a:solidFill>
              </a:rPr>
              <a:t>GOING TO PICKUP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BAC35F-3BDF-445C-B521-2ECC3FF44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81350"/>
            <a:ext cx="39624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720913-F90E-4C41-85F1-BCC9007B1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248025"/>
            <a:ext cx="3771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0A3B82"/>
                </a:solidFill>
              </a:defRPr>
            </a:defPPr>
            <a:lvl1pPr>
              <a:defRPr sz="975" b="1">
                <a:solidFill>
                  <a:srgbClr val="0A3B82"/>
                </a:solidFill>
              </a:defRPr>
            </a:lvl1pPr>
            <a:lvl2pPr>
              <a:defRPr sz="975" b="1">
                <a:solidFill>
                  <a:srgbClr val="0A3B82"/>
                </a:solidFill>
              </a:defRPr>
            </a:lvl2pPr>
            <a:lvl3pPr>
              <a:defRPr sz="975" b="1">
                <a:solidFill>
                  <a:srgbClr val="0A3B82"/>
                </a:solidFill>
              </a:defRPr>
            </a:lvl3pPr>
            <a:lvl4pPr>
              <a:defRPr sz="975" b="1">
                <a:solidFill>
                  <a:srgbClr val="0A3B82"/>
                </a:solidFill>
              </a:defRPr>
            </a:lvl4pPr>
            <a:lvl5pPr>
              <a:defRPr sz="975" b="1">
                <a:solidFill>
                  <a:srgbClr val="0A3B82"/>
                </a:solidFill>
              </a:defRPr>
            </a:lvl5pPr>
            <a:lvl6pPr>
              <a:defRPr sz="975" b="1">
                <a:solidFill>
                  <a:srgbClr val="0A3B82"/>
                </a:solidFill>
              </a:defRPr>
            </a:lvl6pPr>
            <a:lvl7pPr>
              <a:defRPr sz="975" b="1">
                <a:solidFill>
                  <a:srgbClr val="0A3B82"/>
                </a:solidFill>
              </a:defRPr>
            </a:lvl7pPr>
            <a:lvl8pPr>
              <a:defRPr sz="975" b="1">
                <a:solidFill>
                  <a:srgbClr val="0A3B82"/>
                </a:solidFill>
              </a:defRPr>
            </a:lvl8pPr>
            <a:lvl9pPr>
              <a:defRPr sz="9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A3B82"/>
                </a:solidFill>
              </a:defRPr>
            </a:pPr>
            <a:r>
              <a:rPr sz="975" b="1">
                <a:solidFill>
                  <a:srgbClr val="0A3B82"/>
                </a:solidFill>
              </a:rPr>
              <a:t>WAITING FOR LOADING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FB60D2-B4C1-4B99-9645-1C752CDA2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95700"/>
            <a:ext cx="39624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54DF4B-7B2F-4BB9-A486-D2C3D2F6B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762375"/>
            <a:ext cx="3771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0A3B82"/>
                </a:solidFill>
              </a:defRPr>
            </a:defPPr>
            <a:lvl1pPr>
              <a:defRPr sz="975" b="1">
                <a:solidFill>
                  <a:srgbClr val="0A3B82"/>
                </a:solidFill>
              </a:defRPr>
            </a:lvl1pPr>
            <a:lvl2pPr>
              <a:defRPr sz="975" b="1">
                <a:solidFill>
                  <a:srgbClr val="0A3B82"/>
                </a:solidFill>
              </a:defRPr>
            </a:lvl2pPr>
            <a:lvl3pPr>
              <a:defRPr sz="975" b="1">
                <a:solidFill>
                  <a:srgbClr val="0A3B82"/>
                </a:solidFill>
              </a:defRPr>
            </a:lvl3pPr>
            <a:lvl4pPr>
              <a:defRPr sz="975" b="1">
                <a:solidFill>
                  <a:srgbClr val="0A3B82"/>
                </a:solidFill>
              </a:defRPr>
            </a:lvl4pPr>
            <a:lvl5pPr>
              <a:defRPr sz="975" b="1">
                <a:solidFill>
                  <a:srgbClr val="0A3B82"/>
                </a:solidFill>
              </a:defRPr>
            </a:lvl5pPr>
            <a:lvl6pPr>
              <a:defRPr sz="975" b="1">
                <a:solidFill>
                  <a:srgbClr val="0A3B82"/>
                </a:solidFill>
              </a:defRPr>
            </a:lvl6pPr>
            <a:lvl7pPr>
              <a:defRPr sz="975" b="1">
                <a:solidFill>
                  <a:srgbClr val="0A3B82"/>
                </a:solidFill>
              </a:defRPr>
            </a:lvl7pPr>
            <a:lvl8pPr>
              <a:defRPr sz="975" b="1">
                <a:solidFill>
                  <a:srgbClr val="0A3B82"/>
                </a:solidFill>
              </a:defRPr>
            </a:lvl8pPr>
            <a:lvl9pPr>
              <a:defRPr sz="9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A3B82"/>
                </a:solidFill>
              </a:defRPr>
            </a:pPr>
            <a:r>
              <a:rPr sz="975" b="1">
                <a:solidFill>
                  <a:srgbClr val="0A3B82"/>
                </a:solidFill>
              </a:rPr>
              <a:t>DELIVERING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35FB2E-33E9-4D91-ABCF-8B9373EA2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210050"/>
            <a:ext cx="39624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AFB03D-87A2-461F-81A7-F4B9999E2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276725"/>
            <a:ext cx="3771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0A3B82"/>
                </a:solidFill>
              </a:defRPr>
            </a:defPPr>
            <a:lvl1pPr>
              <a:defRPr sz="975" b="1">
                <a:solidFill>
                  <a:srgbClr val="0A3B82"/>
                </a:solidFill>
              </a:defRPr>
            </a:lvl1pPr>
            <a:lvl2pPr>
              <a:defRPr sz="975" b="1">
                <a:solidFill>
                  <a:srgbClr val="0A3B82"/>
                </a:solidFill>
              </a:defRPr>
            </a:lvl2pPr>
            <a:lvl3pPr>
              <a:defRPr sz="975" b="1">
                <a:solidFill>
                  <a:srgbClr val="0A3B82"/>
                </a:solidFill>
              </a:defRPr>
            </a:lvl3pPr>
            <a:lvl4pPr>
              <a:defRPr sz="975" b="1">
                <a:solidFill>
                  <a:srgbClr val="0A3B82"/>
                </a:solidFill>
              </a:defRPr>
            </a:lvl4pPr>
            <a:lvl5pPr>
              <a:defRPr sz="975" b="1">
                <a:solidFill>
                  <a:srgbClr val="0A3B82"/>
                </a:solidFill>
              </a:defRPr>
            </a:lvl5pPr>
            <a:lvl6pPr>
              <a:defRPr sz="975" b="1">
                <a:solidFill>
                  <a:srgbClr val="0A3B82"/>
                </a:solidFill>
              </a:defRPr>
            </a:lvl6pPr>
            <a:lvl7pPr>
              <a:defRPr sz="975" b="1">
                <a:solidFill>
                  <a:srgbClr val="0A3B82"/>
                </a:solidFill>
              </a:defRPr>
            </a:lvl7pPr>
            <a:lvl8pPr>
              <a:defRPr sz="975" b="1">
                <a:solidFill>
                  <a:srgbClr val="0A3B82"/>
                </a:solidFill>
              </a:defRPr>
            </a:lvl8pPr>
            <a:lvl9pPr>
              <a:defRPr sz="9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A3B82"/>
                </a:solidFill>
              </a:defRPr>
            </a:pPr>
            <a:r>
              <a:rPr sz="975" b="1">
                <a:solidFill>
                  <a:srgbClr val="0A3B82"/>
                </a:solidFill>
              </a:rPr>
              <a:t>WAITING FOR RECEIVER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2C65FB-E8B3-4432-A7E6-7785C1988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724400"/>
            <a:ext cx="39624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D5E8ED-1AEF-4B92-AEF6-08B581E0C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791075"/>
            <a:ext cx="3771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FFFFFF"/>
                </a:solidFill>
              </a:defRPr>
            </a:defPPr>
            <a:lvl1pPr>
              <a:defRPr sz="975" b="1">
                <a:solidFill>
                  <a:srgbClr val="FFFFFF"/>
                </a:solidFill>
              </a:defRPr>
            </a:lvl1pPr>
            <a:lvl2pPr>
              <a:defRPr sz="975" b="1">
                <a:solidFill>
                  <a:srgbClr val="FFFFFF"/>
                </a:solidFill>
              </a:defRPr>
            </a:lvl2pPr>
            <a:lvl3pPr>
              <a:defRPr sz="975" b="1">
                <a:solidFill>
                  <a:srgbClr val="FFFFFF"/>
                </a:solidFill>
              </a:defRPr>
            </a:lvl3pPr>
            <a:lvl4pPr>
              <a:defRPr sz="975" b="1">
                <a:solidFill>
                  <a:srgbClr val="FFFFFF"/>
                </a:solidFill>
              </a:defRPr>
            </a:lvl4pPr>
            <a:lvl5pPr>
              <a:defRPr sz="975" b="1">
                <a:solidFill>
                  <a:srgbClr val="FFFFFF"/>
                </a:solidFill>
              </a:defRPr>
            </a:lvl5pPr>
            <a:lvl6pPr>
              <a:defRPr sz="975" b="1">
                <a:solidFill>
                  <a:srgbClr val="FFFFFF"/>
                </a:solidFill>
              </a:defRPr>
            </a:lvl6pPr>
            <a:lvl7pPr>
              <a:defRPr sz="975" b="1">
                <a:solidFill>
                  <a:srgbClr val="FFFFFF"/>
                </a:solidFill>
              </a:defRPr>
            </a:lvl7pPr>
            <a:lvl8pPr>
              <a:defRPr sz="975" b="1">
                <a:solidFill>
                  <a:srgbClr val="FFFFFF"/>
                </a:solidFill>
              </a:defRPr>
            </a:lvl8pPr>
            <a:lvl9pPr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COMPLETED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743440-22FA-4EFD-8C17-1AE78DC23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3911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D95362"/>
                </a:solidFill>
              </a:defRPr>
            </a:defPPr>
            <a:lvl1pPr>
              <a:defRPr sz="1125" b="1">
                <a:solidFill>
                  <a:srgbClr val="D95362"/>
                </a:solidFill>
              </a:defRPr>
            </a:lvl1pPr>
            <a:lvl2pPr>
              <a:defRPr sz="1125" b="1">
                <a:solidFill>
                  <a:srgbClr val="D95362"/>
                </a:solidFill>
              </a:defRPr>
            </a:lvl2pPr>
            <a:lvl3pPr>
              <a:defRPr sz="1125" b="1">
                <a:solidFill>
                  <a:srgbClr val="D95362"/>
                </a:solidFill>
              </a:defRPr>
            </a:lvl3pPr>
            <a:lvl4pPr>
              <a:defRPr sz="1125" b="1">
                <a:solidFill>
                  <a:srgbClr val="D95362"/>
                </a:solidFill>
              </a:defRPr>
            </a:lvl4pPr>
            <a:lvl5pPr>
              <a:defRPr sz="1125" b="1">
                <a:solidFill>
                  <a:srgbClr val="D95362"/>
                </a:solidFill>
              </a:defRPr>
            </a:lvl5pPr>
            <a:lvl6pPr>
              <a:defRPr sz="1125" b="1">
                <a:solidFill>
                  <a:srgbClr val="D95362"/>
                </a:solidFill>
              </a:defRPr>
            </a:lvl6pPr>
            <a:lvl7pPr>
              <a:defRPr sz="1125" b="1">
                <a:solidFill>
                  <a:srgbClr val="D95362"/>
                </a:solidFill>
              </a:defRPr>
            </a:lvl7pPr>
            <a:lvl8pPr>
              <a:defRPr sz="1125" b="1">
                <a:solidFill>
                  <a:srgbClr val="D95362"/>
                </a:solidFill>
              </a:defRPr>
            </a:lvl8pPr>
            <a:lvl9pPr>
              <a:defRPr sz="1125" b="1">
                <a:solidFill>
                  <a:srgbClr val="D95362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D95362"/>
                </a:solidFill>
              </a:defRPr>
            </a:pPr>
            <a:r>
              <a:rPr sz="1125" b="1">
                <a:solidFill>
                  <a:srgbClr val="D95362"/>
                </a:solidFill>
              </a:rPr>
              <a:t>EXCEPTION FLOW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35AA50-E4E8-49A3-B77D-CF932C86A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7150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FAILED records navigation problems.  CANCELLED records an operator decision.</a:t>
            </a:r>
          </a:p>
        </p:txBody>
      </p:sp>
    </p:spTree>
    <p:extLst>
      <p:ext uri="{BB962C8B-B14F-4D97-AF65-F5344CB8AC3E}">
        <p14:creationId xmlns:p14="http://schemas.microsoft.com/office/powerpoint/2010/main" val="39107339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1A822B-C862-4B74-BA70-01DA24584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TESTING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1AE23E-C9F4-411C-BB3D-FE9C30585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E261DB-4C2A-4136-8CB9-0DDB4FF75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แนวทางการทดสอบและหลักฐาน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8C11AE-B374-4C66-9C21-1C25EB0A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FD2B51-1DA6-4A3B-BC98-437913DF8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แยกผลของเว็บ ผลของหุ่นยนต์ และผลของระบบร่วมกันออกจากกัน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EC151A-554A-43CF-ADEA-218F4B823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678BE"/>
                </a:solidFill>
              </a:defRPr>
            </a:defPPr>
            <a:lvl1pPr>
              <a:defRPr sz="1125" b="1">
                <a:solidFill>
                  <a:srgbClr val="1678BE"/>
                </a:solidFill>
              </a:defRPr>
            </a:lvl1pPr>
            <a:lvl2pPr>
              <a:defRPr sz="1125" b="1">
                <a:solidFill>
                  <a:srgbClr val="1678BE"/>
                </a:solidFill>
              </a:defRPr>
            </a:lvl2pPr>
            <a:lvl3pPr>
              <a:defRPr sz="1125" b="1">
                <a:solidFill>
                  <a:srgbClr val="1678BE"/>
                </a:solidFill>
              </a:defRPr>
            </a:lvl3pPr>
            <a:lvl4pPr>
              <a:defRPr sz="1125" b="1">
                <a:solidFill>
                  <a:srgbClr val="1678BE"/>
                </a:solidFill>
              </a:defRPr>
            </a:lvl4pPr>
            <a:lvl5pPr>
              <a:defRPr sz="1125" b="1">
                <a:solidFill>
                  <a:srgbClr val="1678BE"/>
                </a:solidFill>
              </a:defRPr>
            </a:lvl5pPr>
            <a:lvl6pPr>
              <a:defRPr sz="1125" b="1">
                <a:solidFill>
                  <a:srgbClr val="1678BE"/>
                </a:solidFill>
              </a:defRPr>
            </a:lvl6pPr>
            <a:lvl7pPr>
              <a:defRPr sz="1125" b="1">
                <a:solidFill>
                  <a:srgbClr val="1678BE"/>
                </a:solidFill>
              </a:defRPr>
            </a:lvl7pPr>
            <a:lvl8pPr>
              <a:defRPr sz="1125" b="1">
                <a:solidFill>
                  <a:srgbClr val="1678BE"/>
                </a:solidFill>
              </a:defRPr>
            </a:lvl8pPr>
            <a:lvl9pPr>
              <a:defRPr sz="11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678BE"/>
                </a:solidFill>
              </a:defRPr>
            </a:pPr>
            <a:r>
              <a:rPr sz="1125" b="1">
                <a:solidFill>
                  <a:srgbClr val="1678BE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4B8ADF-0E12-4FFD-B9C2-2042926F2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7526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A3B82"/>
                </a:solidFill>
              </a:defRPr>
            </a:defPPr>
            <a:lvl1pPr>
              <a:defRPr sz="1425" b="1">
                <a:solidFill>
                  <a:srgbClr val="0A3B82"/>
                </a:solidFill>
              </a:defRPr>
            </a:lvl1pPr>
            <a:lvl2pPr>
              <a:defRPr sz="1425" b="1">
                <a:solidFill>
                  <a:srgbClr val="0A3B82"/>
                </a:solidFill>
              </a:defRPr>
            </a:lvl2pPr>
            <a:lvl3pPr>
              <a:defRPr sz="1425" b="1">
                <a:solidFill>
                  <a:srgbClr val="0A3B82"/>
                </a:solidFill>
              </a:defRPr>
            </a:lvl3pPr>
            <a:lvl4pPr>
              <a:defRPr sz="1425" b="1">
                <a:solidFill>
                  <a:srgbClr val="0A3B82"/>
                </a:solidFill>
              </a:defRPr>
            </a:lvl4pPr>
            <a:lvl5pPr>
              <a:defRPr sz="1425" b="1">
                <a:solidFill>
                  <a:srgbClr val="0A3B82"/>
                </a:solidFill>
              </a:defRPr>
            </a:lvl5pPr>
            <a:lvl6pPr>
              <a:defRPr sz="1425" b="1">
                <a:solidFill>
                  <a:srgbClr val="0A3B82"/>
                </a:solidFill>
              </a:defRPr>
            </a:lvl6pPr>
            <a:lvl7pPr>
              <a:defRPr sz="1425" b="1">
                <a:solidFill>
                  <a:srgbClr val="0A3B82"/>
                </a:solidFill>
              </a:defRPr>
            </a:lvl7pPr>
            <a:lvl8pPr>
              <a:defRPr sz="1425" b="1">
                <a:solidFill>
                  <a:srgbClr val="0A3B82"/>
                </a:solidFill>
              </a:defRPr>
            </a:lvl8pPr>
            <a:lvl9pPr>
              <a:defRPr sz="142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A3B82"/>
                </a:solidFill>
              </a:defRPr>
            </a:pPr>
            <a:r>
              <a:rPr sz="1425" b="1">
                <a:solidFill>
                  <a:srgbClr val="0A3B82"/>
                </a:solidFill>
              </a:rPr>
              <a:t>WEB APPLICATION TEST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22D530-8B8D-4F6B-91A2-BB0FFD9F9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75260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02A43"/>
                </a:solidFill>
              </a:defRPr>
            </a:defPPr>
            <a:lvl1pPr>
              <a:defRPr sz="1125" b="0">
                <a:solidFill>
                  <a:srgbClr val="102A43"/>
                </a:solidFill>
              </a:defRPr>
            </a:lvl1pPr>
            <a:lvl2pPr>
              <a:defRPr sz="1125" b="0">
                <a:solidFill>
                  <a:srgbClr val="102A43"/>
                </a:solidFill>
              </a:defRPr>
            </a:lvl2pPr>
            <a:lvl3pPr>
              <a:defRPr sz="1125" b="0">
                <a:solidFill>
                  <a:srgbClr val="102A43"/>
                </a:solidFill>
              </a:defRPr>
            </a:lvl3pPr>
            <a:lvl4pPr>
              <a:defRPr sz="1125" b="0">
                <a:solidFill>
                  <a:srgbClr val="102A43"/>
                </a:solidFill>
              </a:defRPr>
            </a:lvl4pPr>
            <a:lvl5pPr>
              <a:defRPr sz="1125" b="0">
                <a:solidFill>
                  <a:srgbClr val="102A43"/>
                </a:solidFill>
              </a:defRPr>
            </a:lvl5pPr>
            <a:lvl6pPr>
              <a:defRPr sz="1125" b="0">
                <a:solidFill>
                  <a:srgbClr val="102A43"/>
                </a:solidFill>
              </a:defRPr>
            </a:lvl6pPr>
            <a:lvl7pPr>
              <a:defRPr sz="1125" b="0">
                <a:solidFill>
                  <a:srgbClr val="102A43"/>
                </a:solidFill>
              </a:defRPr>
            </a:lvl7pPr>
            <a:lvl8pPr>
              <a:defRPr sz="1125" b="0">
                <a:solidFill>
                  <a:srgbClr val="102A43"/>
                </a:solidFill>
              </a:defRPr>
            </a:lvl8pPr>
            <a:lvl9pPr>
              <a:defRPr sz="112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02A43"/>
                </a:solidFill>
              </a:defRPr>
            </a:pPr>
            <a:r>
              <a:rPr sz="1125" b="0">
                <a:solidFill>
                  <a:srgbClr val="102A43"/>
                </a:solidFill>
              </a:rPr>
              <a:t>ตรวจสิทธิ์ผู้ใช้ การสร้างภารกิจ คิว สถานะ และประวัติ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E6DE92-1B7D-4BB5-840B-2BDF4289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75260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หลักฐานจากภาพหน้าจอและ Event History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BDD740-7047-4165-8039-CA90445AE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24150"/>
            <a:ext cx="10991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A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F2D398-0685-48C8-8EBF-4EFC4CD06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623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55BDD8"/>
                </a:solidFill>
              </a:defRPr>
            </a:defPPr>
            <a:lvl1pPr>
              <a:defRPr sz="1125" b="1">
                <a:solidFill>
                  <a:srgbClr val="55BDD8"/>
                </a:solidFill>
              </a:defRPr>
            </a:lvl1pPr>
            <a:lvl2pPr>
              <a:defRPr sz="1125" b="1">
                <a:solidFill>
                  <a:srgbClr val="55BDD8"/>
                </a:solidFill>
              </a:defRPr>
            </a:lvl2pPr>
            <a:lvl3pPr>
              <a:defRPr sz="1125" b="1">
                <a:solidFill>
                  <a:srgbClr val="55BDD8"/>
                </a:solidFill>
              </a:defRPr>
            </a:lvl3pPr>
            <a:lvl4pPr>
              <a:defRPr sz="1125" b="1">
                <a:solidFill>
                  <a:srgbClr val="55BDD8"/>
                </a:solidFill>
              </a:defRPr>
            </a:lvl4pPr>
            <a:lvl5pPr>
              <a:defRPr sz="1125" b="1">
                <a:solidFill>
                  <a:srgbClr val="55BDD8"/>
                </a:solidFill>
              </a:defRPr>
            </a:lvl5pPr>
            <a:lvl6pPr>
              <a:defRPr sz="1125" b="1">
                <a:solidFill>
                  <a:srgbClr val="55BDD8"/>
                </a:solidFill>
              </a:defRPr>
            </a:lvl6pPr>
            <a:lvl7pPr>
              <a:defRPr sz="1125" b="1">
                <a:solidFill>
                  <a:srgbClr val="55BDD8"/>
                </a:solidFill>
              </a:defRPr>
            </a:lvl7pPr>
            <a:lvl8pPr>
              <a:defRPr sz="1125" b="1">
                <a:solidFill>
                  <a:srgbClr val="55BDD8"/>
                </a:solidFill>
              </a:defRPr>
            </a:lvl8pPr>
            <a:lvl9pPr>
              <a:defRPr sz="1125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55BDD8"/>
                </a:solidFill>
              </a:defRPr>
            </a:pPr>
            <a:r>
              <a:rPr sz="1125" b="1">
                <a:solidFill>
                  <a:srgbClr val="55BDD8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7CAC43-92DD-4220-8BA8-5A02FBDA5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0515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A3B82"/>
                </a:solidFill>
              </a:defRPr>
            </a:defPPr>
            <a:lvl1pPr>
              <a:defRPr sz="1425" b="1">
                <a:solidFill>
                  <a:srgbClr val="0A3B82"/>
                </a:solidFill>
              </a:defRPr>
            </a:lvl1pPr>
            <a:lvl2pPr>
              <a:defRPr sz="1425" b="1">
                <a:solidFill>
                  <a:srgbClr val="0A3B82"/>
                </a:solidFill>
              </a:defRPr>
            </a:lvl2pPr>
            <a:lvl3pPr>
              <a:defRPr sz="1425" b="1">
                <a:solidFill>
                  <a:srgbClr val="0A3B82"/>
                </a:solidFill>
              </a:defRPr>
            </a:lvl3pPr>
            <a:lvl4pPr>
              <a:defRPr sz="1425" b="1">
                <a:solidFill>
                  <a:srgbClr val="0A3B82"/>
                </a:solidFill>
              </a:defRPr>
            </a:lvl4pPr>
            <a:lvl5pPr>
              <a:defRPr sz="1425" b="1">
                <a:solidFill>
                  <a:srgbClr val="0A3B82"/>
                </a:solidFill>
              </a:defRPr>
            </a:lvl5pPr>
            <a:lvl6pPr>
              <a:defRPr sz="1425" b="1">
                <a:solidFill>
                  <a:srgbClr val="0A3B82"/>
                </a:solidFill>
              </a:defRPr>
            </a:lvl6pPr>
            <a:lvl7pPr>
              <a:defRPr sz="1425" b="1">
                <a:solidFill>
                  <a:srgbClr val="0A3B82"/>
                </a:solidFill>
              </a:defRPr>
            </a:lvl7pPr>
            <a:lvl8pPr>
              <a:defRPr sz="1425" b="1">
                <a:solidFill>
                  <a:srgbClr val="0A3B82"/>
                </a:solidFill>
              </a:defRPr>
            </a:lvl8pPr>
            <a:lvl9pPr>
              <a:defRPr sz="142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A3B82"/>
                </a:solidFill>
              </a:defRPr>
            </a:pPr>
            <a:r>
              <a:rPr sz="1425" b="1">
                <a:solidFill>
                  <a:srgbClr val="0A3B82"/>
                </a:solidFill>
              </a:rPr>
              <a:t>ROBOT 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F81473-F484-490C-8B74-85132DB4C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10515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02A43"/>
                </a:solidFill>
              </a:defRPr>
            </a:defPPr>
            <a:lvl1pPr>
              <a:defRPr sz="1125" b="0">
                <a:solidFill>
                  <a:srgbClr val="102A43"/>
                </a:solidFill>
              </a:defRPr>
            </a:lvl1pPr>
            <a:lvl2pPr>
              <a:defRPr sz="1125" b="0">
                <a:solidFill>
                  <a:srgbClr val="102A43"/>
                </a:solidFill>
              </a:defRPr>
            </a:lvl2pPr>
            <a:lvl3pPr>
              <a:defRPr sz="1125" b="0">
                <a:solidFill>
                  <a:srgbClr val="102A43"/>
                </a:solidFill>
              </a:defRPr>
            </a:lvl3pPr>
            <a:lvl4pPr>
              <a:defRPr sz="1125" b="0">
                <a:solidFill>
                  <a:srgbClr val="102A43"/>
                </a:solidFill>
              </a:defRPr>
            </a:lvl4pPr>
            <a:lvl5pPr>
              <a:defRPr sz="1125" b="0">
                <a:solidFill>
                  <a:srgbClr val="102A43"/>
                </a:solidFill>
              </a:defRPr>
            </a:lvl5pPr>
            <a:lvl6pPr>
              <a:defRPr sz="1125" b="0">
                <a:solidFill>
                  <a:srgbClr val="102A43"/>
                </a:solidFill>
              </a:defRPr>
            </a:lvl6pPr>
            <a:lvl7pPr>
              <a:defRPr sz="1125" b="0">
                <a:solidFill>
                  <a:srgbClr val="102A43"/>
                </a:solidFill>
              </a:defRPr>
            </a:lvl7pPr>
            <a:lvl8pPr>
              <a:defRPr sz="1125" b="0">
                <a:solidFill>
                  <a:srgbClr val="102A43"/>
                </a:solidFill>
              </a:defRPr>
            </a:lvl8pPr>
            <a:lvl9pPr>
              <a:defRPr sz="112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02A43"/>
                </a:solidFill>
              </a:defRPr>
            </a:pPr>
            <a:r>
              <a:rPr sz="1125" b="0">
                <a:solidFill>
                  <a:srgbClr val="102A43"/>
                </a:solidFill>
              </a:rPr>
              <a:t>ตรวจ SLAM การเลือกแผนที่ Localization และการตอบสนองต่อเป้าหมาย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A98C2A-B6A1-450E-93B9-25636A761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0515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หลักฐานจากหน้าจอ ROS 2 เว็บ และวิดีโอ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581017-6D87-4BE8-95DC-3BD0AB8BD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76700"/>
            <a:ext cx="10991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A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6BF435-180D-4897-B249-2BE53A498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148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678BE"/>
                </a:solidFill>
              </a:defRPr>
            </a:defPPr>
            <a:lvl1pPr>
              <a:defRPr sz="1125" b="1">
                <a:solidFill>
                  <a:srgbClr val="1678BE"/>
                </a:solidFill>
              </a:defRPr>
            </a:lvl1pPr>
            <a:lvl2pPr>
              <a:defRPr sz="1125" b="1">
                <a:solidFill>
                  <a:srgbClr val="1678BE"/>
                </a:solidFill>
              </a:defRPr>
            </a:lvl2pPr>
            <a:lvl3pPr>
              <a:defRPr sz="1125" b="1">
                <a:solidFill>
                  <a:srgbClr val="1678BE"/>
                </a:solidFill>
              </a:defRPr>
            </a:lvl3pPr>
            <a:lvl4pPr>
              <a:defRPr sz="1125" b="1">
                <a:solidFill>
                  <a:srgbClr val="1678BE"/>
                </a:solidFill>
              </a:defRPr>
            </a:lvl4pPr>
            <a:lvl5pPr>
              <a:defRPr sz="1125" b="1">
                <a:solidFill>
                  <a:srgbClr val="1678BE"/>
                </a:solidFill>
              </a:defRPr>
            </a:lvl5pPr>
            <a:lvl6pPr>
              <a:defRPr sz="1125" b="1">
                <a:solidFill>
                  <a:srgbClr val="1678BE"/>
                </a:solidFill>
              </a:defRPr>
            </a:lvl6pPr>
            <a:lvl7pPr>
              <a:defRPr sz="1125" b="1">
                <a:solidFill>
                  <a:srgbClr val="1678BE"/>
                </a:solidFill>
              </a:defRPr>
            </a:lvl7pPr>
            <a:lvl8pPr>
              <a:defRPr sz="1125" b="1">
                <a:solidFill>
                  <a:srgbClr val="1678BE"/>
                </a:solidFill>
              </a:defRPr>
            </a:lvl8pPr>
            <a:lvl9pPr>
              <a:defRPr sz="11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678BE"/>
                </a:solidFill>
              </a:defRPr>
            </a:pPr>
            <a:r>
              <a:rPr sz="1125" b="1">
                <a:solidFill>
                  <a:srgbClr val="1678BE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E00211-3E0B-400E-8EE2-5F116348E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577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A3B82"/>
                </a:solidFill>
              </a:defRPr>
            </a:defPPr>
            <a:lvl1pPr>
              <a:defRPr sz="1425" b="1">
                <a:solidFill>
                  <a:srgbClr val="0A3B82"/>
                </a:solidFill>
              </a:defRPr>
            </a:lvl1pPr>
            <a:lvl2pPr>
              <a:defRPr sz="1425" b="1">
                <a:solidFill>
                  <a:srgbClr val="0A3B82"/>
                </a:solidFill>
              </a:defRPr>
            </a:lvl2pPr>
            <a:lvl3pPr>
              <a:defRPr sz="1425" b="1">
                <a:solidFill>
                  <a:srgbClr val="0A3B82"/>
                </a:solidFill>
              </a:defRPr>
            </a:lvl3pPr>
            <a:lvl4pPr>
              <a:defRPr sz="1425" b="1">
                <a:solidFill>
                  <a:srgbClr val="0A3B82"/>
                </a:solidFill>
              </a:defRPr>
            </a:lvl4pPr>
            <a:lvl5pPr>
              <a:defRPr sz="1425" b="1">
                <a:solidFill>
                  <a:srgbClr val="0A3B82"/>
                </a:solidFill>
              </a:defRPr>
            </a:lvl5pPr>
            <a:lvl6pPr>
              <a:defRPr sz="1425" b="1">
                <a:solidFill>
                  <a:srgbClr val="0A3B82"/>
                </a:solidFill>
              </a:defRPr>
            </a:lvl6pPr>
            <a:lvl7pPr>
              <a:defRPr sz="1425" b="1">
                <a:solidFill>
                  <a:srgbClr val="0A3B82"/>
                </a:solidFill>
              </a:defRPr>
            </a:lvl7pPr>
            <a:lvl8pPr>
              <a:defRPr sz="1425" b="1">
                <a:solidFill>
                  <a:srgbClr val="0A3B82"/>
                </a:solidFill>
              </a:defRPr>
            </a:lvl8pPr>
            <a:lvl9pPr>
              <a:defRPr sz="142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A3B82"/>
                </a:solidFill>
              </a:defRPr>
            </a:pPr>
            <a:r>
              <a:rPr sz="1425" b="1">
                <a:solidFill>
                  <a:srgbClr val="0A3B82"/>
                </a:solidFill>
              </a:rPr>
              <a:t>INTEGRATION TEST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29D23A-79D7-4CDF-9896-85AEC559A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45770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02A43"/>
                </a:solidFill>
              </a:defRPr>
            </a:defPPr>
            <a:lvl1pPr>
              <a:defRPr sz="1125" b="0">
                <a:solidFill>
                  <a:srgbClr val="102A43"/>
                </a:solidFill>
              </a:defRPr>
            </a:lvl1pPr>
            <a:lvl2pPr>
              <a:defRPr sz="1125" b="0">
                <a:solidFill>
                  <a:srgbClr val="102A43"/>
                </a:solidFill>
              </a:defRPr>
            </a:lvl2pPr>
            <a:lvl3pPr>
              <a:defRPr sz="1125" b="0">
                <a:solidFill>
                  <a:srgbClr val="102A43"/>
                </a:solidFill>
              </a:defRPr>
            </a:lvl3pPr>
            <a:lvl4pPr>
              <a:defRPr sz="1125" b="0">
                <a:solidFill>
                  <a:srgbClr val="102A43"/>
                </a:solidFill>
              </a:defRPr>
            </a:lvl4pPr>
            <a:lvl5pPr>
              <a:defRPr sz="1125" b="0">
                <a:solidFill>
                  <a:srgbClr val="102A43"/>
                </a:solidFill>
              </a:defRPr>
            </a:lvl5pPr>
            <a:lvl6pPr>
              <a:defRPr sz="1125" b="0">
                <a:solidFill>
                  <a:srgbClr val="102A43"/>
                </a:solidFill>
              </a:defRPr>
            </a:lvl6pPr>
            <a:lvl7pPr>
              <a:defRPr sz="1125" b="0">
                <a:solidFill>
                  <a:srgbClr val="102A43"/>
                </a:solidFill>
              </a:defRPr>
            </a:lvl7pPr>
            <a:lvl8pPr>
              <a:defRPr sz="1125" b="0">
                <a:solidFill>
                  <a:srgbClr val="102A43"/>
                </a:solidFill>
              </a:defRPr>
            </a:lvl8pPr>
            <a:lvl9pPr>
              <a:defRPr sz="112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02A43"/>
                </a:solidFill>
              </a:defRPr>
            </a:pPr>
            <a:r>
              <a:rPr sz="1125" b="0">
                <a:solidFill>
                  <a:srgbClr val="102A43"/>
                </a:solidFill>
              </a:rPr>
              <a:t>ตรวจการส่งงานจากเว็บไป Robot Agent และการส่งสถานะกลับ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BF3897-77FA-497D-BDA5-F38548AAF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45770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หลักฐานจาก TASK-288 และเวลาของแต่ละเหตุการณ์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1362B0-9CD6-4C51-92F3-F37F327D9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0991850" cy="419100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0A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B1E8C5-84F1-4A0C-926E-598B6E36F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0"/>
            <a:ext cx="1053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FFFFFF"/>
                </a:solidFill>
              </a:defRPr>
            </a:defPPr>
            <a:lvl1pPr>
              <a:defRPr sz="975" b="1">
                <a:solidFill>
                  <a:srgbClr val="FFFFFF"/>
                </a:solidFill>
              </a:defRPr>
            </a:lvl1pPr>
            <a:lvl2pPr>
              <a:defRPr sz="975" b="1">
                <a:solidFill>
                  <a:srgbClr val="FFFFFF"/>
                </a:solidFill>
              </a:defRPr>
            </a:lvl2pPr>
            <a:lvl3pPr>
              <a:defRPr sz="975" b="1">
                <a:solidFill>
                  <a:srgbClr val="FFFFFF"/>
                </a:solidFill>
              </a:defRPr>
            </a:lvl3pPr>
            <a:lvl4pPr>
              <a:defRPr sz="975" b="1">
                <a:solidFill>
                  <a:srgbClr val="FFFFFF"/>
                </a:solidFill>
              </a:defRPr>
            </a:lvl4pPr>
            <a:lvl5pPr>
              <a:defRPr sz="975" b="1">
                <a:solidFill>
                  <a:srgbClr val="FFFFFF"/>
                </a:solidFill>
              </a:defRPr>
            </a:lvl5pPr>
            <a:lvl6pPr>
              <a:defRPr sz="975" b="1">
                <a:solidFill>
                  <a:srgbClr val="FFFFFF"/>
                </a:solidFill>
              </a:defRPr>
            </a:lvl6pPr>
            <a:lvl7pPr>
              <a:defRPr sz="975" b="1">
                <a:solidFill>
                  <a:srgbClr val="FFFFFF"/>
                </a:solidFill>
              </a:defRPr>
            </a:lvl7pPr>
            <a:lvl8pPr>
              <a:defRPr sz="975" b="1">
                <a:solidFill>
                  <a:srgbClr val="FFFFFF"/>
                </a:solidFill>
              </a:defRPr>
            </a:lvl8pPr>
            <a:lvl9pPr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หลักฐานยืนยันเฉพาะกรณีที่บันทึกไว้ ไม่ใช้แทนอัตราความสำเร็จรวมของระบบ</a:t>
            </a:r>
          </a:p>
        </p:txBody>
      </p:sp>
    </p:spTree>
    <p:extLst>
      <p:ext uri="{BB962C8B-B14F-4D97-AF65-F5344CB8AC3E}">
        <p14:creationId xmlns:p14="http://schemas.microsoft.com/office/powerpoint/2010/main" val="32083578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3D3939-9839-4CDB-99CD-8E420B39B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TEST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126B47-1E72-43E1-A9FE-16EBFCFB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32E02C-C982-4738-B380-051CA2381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RT-01: SLAM and Localization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FF54E2-5F3E-4A63-AEA8-CD6E90869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CB887E-02FF-4945-AFED-F182502ED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ภาพจากการสร้าง Map-Test-01 และการกำหนด Initial Pose บนหุ่นยนต์จริง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6A9831-F18B-41C7-B191-8DD4CEF4A4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13b7b319c7401c"/>
          <a:srcRect xmlns:a="http://schemas.openxmlformats.org/drawingml/2006/main" l="9357" t="0" r="93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" y="1676400"/>
            <a:ext cx="5334000" cy="3467100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4A5729-8CE7-4CBD-9944-0501B91F82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d8af3cfe5a4440"/>
          <a:srcRect xmlns:a="http://schemas.openxmlformats.org/drawingml/2006/main" l="6731" t="0" r="673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0" y="1676400"/>
            <a:ext cx="5334000" cy="34671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564681-79D6-47B3-9587-F17E491A6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3340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678BE"/>
                </a:solidFill>
              </a:defRPr>
            </a:defPPr>
            <a:lvl1pPr>
              <a:defRPr sz="1125" b="1">
                <a:solidFill>
                  <a:srgbClr val="1678BE"/>
                </a:solidFill>
              </a:defRPr>
            </a:lvl1pPr>
            <a:lvl2pPr>
              <a:defRPr sz="1125" b="1">
                <a:solidFill>
                  <a:srgbClr val="1678BE"/>
                </a:solidFill>
              </a:defRPr>
            </a:lvl2pPr>
            <a:lvl3pPr>
              <a:defRPr sz="1125" b="1">
                <a:solidFill>
                  <a:srgbClr val="1678BE"/>
                </a:solidFill>
              </a:defRPr>
            </a:lvl3pPr>
            <a:lvl4pPr>
              <a:defRPr sz="1125" b="1">
                <a:solidFill>
                  <a:srgbClr val="1678BE"/>
                </a:solidFill>
              </a:defRPr>
            </a:lvl4pPr>
            <a:lvl5pPr>
              <a:defRPr sz="1125" b="1">
                <a:solidFill>
                  <a:srgbClr val="1678BE"/>
                </a:solidFill>
              </a:defRPr>
            </a:lvl5pPr>
            <a:lvl6pPr>
              <a:defRPr sz="1125" b="1">
                <a:solidFill>
                  <a:srgbClr val="1678BE"/>
                </a:solidFill>
              </a:defRPr>
            </a:lvl6pPr>
            <a:lvl7pPr>
              <a:defRPr sz="1125" b="1">
                <a:solidFill>
                  <a:srgbClr val="1678BE"/>
                </a:solidFill>
              </a:defRPr>
            </a:lvl7pPr>
            <a:lvl8pPr>
              <a:defRPr sz="1125" b="1">
                <a:solidFill>
                  <a:srgbClr val="1678BE"/>
                </a:solidFill>
              </a:defRPr>
            </a:lvl8pPr>
            <a:lvl9pPr>
              <a:defRPr sz="11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678BE"/>
                </a:solidFill>
              </a:defRPr>
            </a:pPr>
            <a:r>
              <a:rPr sz="1125" b="1">
                <a:solidFill>
                  <a:srgbClr val="1678BE"/>
                </a:solidFill>
              </a:rPr>
              <a:t>WEB MAPPING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608759-3724-450A-AD67-5CCB3CDBF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57850"/>
            <a:ext cx="5219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ควบคุมฐานจากเว็บและรับ occupancy map จาก ROS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F8CB15-9E16-4F20-BC6E-D249080CF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3340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678BE"/>
                </a:solidFill>
              </a:defRPr>
            </a:defPPr>
            <a:lvl1pPr>
              <a:defRPr sz="1125" b="1">
                <a:solidFill>
                  <a:srgbClr val="1678BE"/>
                </a:solidFill>
              </a:defRPr>
            </a:lvl1pPr>
            <a:lvl2pPr>
              <a:defRPr sz="1125" b="1">
                <a:solidFill>
                  <a:srgbClr val="1678BE"/>
                </a:solidFill>
              </a:defRPr>
            </a:lvl2pPr>
            <a:lvl3pPr>
              <a:defRPr sz="1125" b="1">
                <a:solidFill>
                  <a:srgbClr val="1678BE"/>
                </a:solidFill>
              </a:defRPr>
            </a:lvl3pPr>
            <a:lvl4pPr>
              <a:defRPr sz="1125" b="1">
                <a:solidFill>
                  <a:srgbClr val="1678BE"/>
                </a:solidFill>
              </a:defRPr>
            </a:lvl4pPr>
            <a:lvl5pPr>
              <a:defRPr sz="1125" b="1">
                <a:solidFill>
                  <a:srgbClr val="1678BE"/>
                </a:solidFill>
              </a:defRPr>
            </a:lvl5pPr>
            <a:lvl6pPr>
              <a:defRPr sz="1125" b="1">
                <a:solidFill>
                  <a:srgbClr val="1678BE"/>
                </a:solidFill>
              </a:defRPr>
            </a:lvl6pPr>
            <a:lvl7pPr>
              <a:defRPr sz="1125" b="1">
                <a:solidFill>
                  <a:srgbClr val="1678BE"/>
                </a:solidFill>
              </a:defRPr>
            </a:lvl7pPr>
            <a:lvl8pPr>
              <a:defRPr sz="1125" b="1">
                <a:solidFill>
                  <a:srgbClr val="1678BE"/>
                </a:solidFill>
              </a:defRPr>
            </a:lvl8pPr>
            <a:lvl9pPr>
              <a:defRPr sz="11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678BE"/>
                </a:solidFill>
              </a:defRPr>
            </a:pPr>
            <a:r>
              <a:rPr sz="1125" b="1">
                <a:solidFill>
                  <a:srgbClr val="1678BE"/>
                </a:solidFill>
              </a:rPr>
              <a:t>LOCALIZATION READY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768D07-8422-4367-850F-09219CAE8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657850"/>
            <a:ext cx="5219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เลือกแผนที่ กำหนด Initial Pose และตรวจสถานะ AMCL</a:t>
            </a:r>
          </a:p>
        </p:txBody>
      </p:sp>
    </p:spTree>
    <p:extLst>
      <p:ext uri="{BB962C8B-B14F-4D97-AF65-F5344CB8AC3E}">
        <p14:creationId xmlns:p14="http://schemas.microsoft.com/office/powerpoint/2010/main" val="186632213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0C768D-388C-4EED-8363-1406235EF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INTEGRATED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65EC95-BD73-47F6-9AC5-C8D9779C5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EC67F2-CD1A-4EBB-8DC1-4F2E9555D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TASK-288: จากสถานี C ไปสถานี 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6FE19C-B333-43AB-BA46-75897A770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AA7378-3A77-4BCB-9BED-1B496DC2B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ตัวอย่างหนึ่งภารกิจที่บันทึกลำดับเหตุการณ์ครบตั้งแต่รับงานจนเสร็จสิ้น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F4DD91-ED3D-428F-825C-EB05616699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dad56ed9d14d5d"/>
          <a:srcRect xmlns:a="http://schemas.openxmlformats.org/drawingml/2006/main" l="6572" t="0" r="657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" y="1657350"/>
            <a:ext cx="6076950" cy="38290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0D53A5-EFCF-4067-9E8F-9E643032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6954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678BE"/>
                </a:solidFill>
              </a:defRPr>
            </a:defPPr>
            <a:lvl1pPr>
              <a:defRPr sz="1200" b="1">
                <a:solidFill>
                  <a:srgbClr val="1678BE"/>
                </a:solidFill>
              </a:defRPr>
            </a:lvl1pPr>
            <a:lvl2pPr>
              <a:defRPr sz="1200" b="1">
                <a:solidFill>
                  <a:srgbClr val="1678BE"/>
                </a:solidFill>
              </a:defRPr>
            </a:lvl2pPr>
            <a:lvl3pPr>
              <a:defRPr sz="1200" b="1">
                <a:solidFill>
                  <a:srgbClr val="1678BE"/>
                </a:solidFill>
              </a:defRPr>
            </a:lvl3pPr>
            <a:lvl4pPr>
              <a:defRPr sz="1200" b="1">
                <a:solidFill>
                  <a:srgbClr val="1678BE"/>
                </a:solidFill>
              </a:defRPr>
            </a:lvl4pPr>
            <a:lvl5pPr>
              <a:defRPr sz="1200" b="1">
                <a:solidFill>
                  <a:srgbClr val="1678BE"/>
                </a:solidFill>
              </a:defRPr>
            </a:lvl5pPr>
            <a:lvl6pPr>
              <a:defRPr sz="1200" b="1">
                <a:solidFill>
                  <a:srgbClr val="1678BE"/>
                </a:solidFill>
              </a:defRPr>
            </a:lvl6pPr>
            <a:lvl7pPr>
              <a:defRPr sz="1200" b="1">
                <a:solidFill>
                  <a:srgbClr val="1678BE"/>
                </a:solidFill>
              </a:defRPr>
            </a:lvl7pPr>
            <a:lvl8pPr>
              <a:defRPr sz="1200" b="1">
                <a:solidFill>
                  <a:srgbClr val="1678BE"/>
                </a:solidFill>
              </a:defRPr>
            </a:lvl8pPr>
            <a:lvl9pPr>
              <a:defRPr sz="12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678BE"/>
                </a:solidFill>
              </a:defRPr>
            </a:pPr>
            <a:r>
              <a:rPr sz="1200" b="1">
                <a:solidFill>
                  <a:srgbClr val="1678BE"/>
                </a:solidFill>
              </a:rPr>
              <a:t>EVENT TIMELINE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BD52AD-ECDC-44C4-A818-D5AC44C06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2288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029B4B-1C8E-433E-9202-703E3DC07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62200"/>
            <a:ext cx="19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A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CCF1C7-A783-4FB4-872A-FC6B48C70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1526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23:13:10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259F76-6BAE-436D-AB9A-26D5DF8E0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336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Task created and assigned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84F50A-65C6-4608-97F4-BD906B61D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8384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F1710D-EBE1-4ABB-A993-5CEAB5FFA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971800"/>
            <a:ext cx="19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A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D0D94B-7203-4C36-8C17-C6D497538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7622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23:14:14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B46047-90C7-4ED7-89EB-6D66B997F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432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Arrived pickup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EE0CFF-E5D4-4DC4-AE9D-838079D0D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4480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952077-F1F3-4FF3-8247-0A704EB30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581400"/>
            <a:ext cx="19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A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2EA5E0-7F23-4CA8-950A-50155180B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3718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23:14:31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70D364-0520-4165-993C-B4724214F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528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Confirm loaded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B0CA9E-E3DB-4F99-B489-E9BEBFB9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0576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6EDDCA-A904-48A0-A952-1DD3D1EC7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191000"/>
            <a:ext cx="19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A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D099F8-D96E-4678-B71F-029F4932C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814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23:15:58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DBE9BC-CDE0-41F8-8473-B031D1023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624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Arrived destination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440332-E02F-4DD7-A7D6-5C407FE8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6672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EFDB2B-2CBF-4EE6-B94D-727FB5630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5910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23:16:04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8F2126-E057-4E5C-9CF1-4771959B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02A43"/>
                </a:solidFill>
              </a:defRPr>
            </a:defPPr>
            <a:lvl1pPr>
              <a:defRPr sz="1050" b="1">
                <a:solidFill>
                  <a:srgbClr val="102A43"/>
                </a:solidFill>
              </a:defRPr>
            </a:lvl1pPr>
            <a:lvl2pPr>
              <a:defRPr sz="1050" b="1">
                <a:solidFill>
                  <a:srgbClr val="102A43"/>
                </a:solidFill>
              </a:defRPr>
            </a:lvl2pPr>
            <a:lvl3pPr>
              <a:defRPr sz="1050" b="1">
                <a:solidFill>
                  <a:srgbClr val="102A43"/>
                </a:solidFill>
              </a:defRPr>
            </a:lvl3pPr>
            <a:lvl4pPr>
              <a:defRPr sz="1050" b="1">
                <a:solidFill>
                  <a:srgbClr val="102A43"/>
                </a:solidFill>
              </a:defRPr>
            </a:lvl4pPr>
            <a:lvl5pPr>
              <a:defRPr sz="1050" b="1">
                <a:solidFill>
                  <a:srgbClr val="102A43"/>
                </a:solidFill>
              </a:defRPr>
            </a:lvl5pPr>
            <a:lvl6pPr>
              <a:defRPr sz="1050" b="1">
                <a:solidFill>
                  <a:srgbClr val="102A43"/>
                </a:solidFill>
              </a:defRPr>
            </a:lvl6pPr>
            <a:lvl7pPr>
              <a:defRPr sz="1050" b="1">
                <a:solidFill>
                  <a:srgbClr val="102A43"/>
                </a:solidFill>
              </a:defRPr>
            </a:lvl7pPr>
            <a:lvl8pPr>
              <a:defRPr sz="1050" b="1">
                <a:solidFill>
                  <a:srgbClr val="102A43"/>
                </a:solidFill>
              </a:defRPr>
            </a:lvl8pPr>
            <a:lvl9pPr>
              <a:defRPr sz="10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02A43"/>
                </a:solidFill>
              </a:defRPr>
            </a:pPr>
            <a:r>
              <a:rPr sz="1050" b="1">
                <a:solidFill>
                  <a:srgbClr val="102A43"/>
                </a:solidFill>
              </a:rPr>
              <a:t>Confirm received and completed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625CD0-490D-4E1A-8274-D2E2B1DE0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353050"/>
            <a:ext cx="4495800" cy="590550"/>
          </a:xfrm>
          <a:prstGeom xmlns:a="http://schemas.openxmlformats.org/drawingml/2006/main" prst="roundRect">
            <a:avLst>
              <a:gd name="adj" fmla="val 29032"/>
            </a:avLst>
          </a:prstGeom>
          <a:solidFill xmlns:a="http://schemas.openxmlformats.org/drawingml/2006/main">
            <a:srgbClr val="0A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DDCBC7-7FF5-4829-BCD9-29B6DABE0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514975"/>
            <a:ext cx="407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FFFF"/>
                </a:solidFill>
              </a:defRPr>
            </a:defPPr>
            <a:lvl1pPr>
              <a:defRPr sz="1200" b="1">
                <a:solidFill>
                  <a:srgbClr val="FFFFFF"/>
                </a:solidFill>
              </a:defRPr>
            </a:lvl1pPr>
            <a:lvl2pPr>
              <a:defRPr sz="1200" b="1">
                <a:solidFill>
                  <a:srgbClr val="FFFFFF"/>
                </a:solidFill>
              </a:defRPr>
            </a:lvl2pPr>
            <a:lvl3pPr>
              <a:defRPr sz="1200" b="1">
                <a:solidFill>
                  <a:srgbClr val="FFFFFF"/>
                </a:solidFill>
              </a:defRPr>
            </a:lvl3pPr>
            <a:lvl4pPr>
              <a:defRPr sz="1200" b="1">
                <a:solidFill>
                  <a:srgbClr val="FFFFFF"/>
                </a:solidFill>
              </a:defRPr>
            </a:lvl4pPr>
            <a:lvl5pPr>
              <a:defRPr sz="1200" b="1">
                <a:solidFill>
                  <a:srgbClr val="FFFFFF"/>
                </a:solidFill>
              </a:defRPr>
            </a:lvl5pPr>
            <a:lvl6pPr>
              <a:defRPr sz="1200" b="1">
                <a:solidFill>
                  <a:srgbClr val="FFFFFF"/>
                </a:solidFill>
              </a:defRPr>
            </a:lvl6pPr>
            <a:lvl7pPr>
              <a:defRPr sz="1200" b="1">
                <a:solidFill>
                  <a:srgbClr val="FFFFFF"/>
                </a:solidFill>
              </a:defRPr>
            </a:lvl7pPr>
            <a:lvl8pPr>
              <a:defRPr sz="1200" b="1">
                <a:solidFill>
                  <a:srgbClr val="FFFFFF"/>
                </a:solidFill>
              </a:defRPr>
            </a:lvl8pPr>
            <a:lvl9pPr>
              <a:defRPr sz="12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TOTAL ELAPSED  2 min 53 sec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3549D9-C444-4D2A-834E-80EDD6FDE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753100"/>
            <a:ext cx="607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8718B"/>
                </a:solidFill>
              </a:defRPr>
            </a:defPPr>
            <a:lvl1pPr>
              <a:defRPr sz="975" b="0">
                <a:solidFill>
                  <a:srgbClr val="58718B"/>
                </a:solidFill>
              </a:defRPr>
            </a:lvl1pPr>
            <a:lvl2pPr>
              <a:defRPr sz="975" b="0">
                <a:solidFill>
                  <a:srgbClr val="58718B"/>
                </a:solidFill>
              </a:defRPr>
            </a:lvl2pPr>
            <a:lvl3pPr>
              <a:defRPr sz="975" b="0">
                <a:solidFill>
                  <a:srgbClr val="58718B"/>
                </a:solidFill>
              </a:defRPr>
            </a:lvl3pPr>
            <a:lvl4pPr>
              <a:defRPr sz="975" b="0">
                <a:solidFill>
                  <a:srgbClr val="58718B"/>
                </a:solidFill>
              </a:defRPr>
            </a:lvl4pPr>
            <a:lvl5pPr>
              <a:defRPr sz="975" b="0">
                <a:solidFill>
                  <a:srgbClr val="58718B"/>
                </a:solidFill>
              </a:defRPr>
            </a:lvl5pPr>
            <a:lvl6pPr>
              <a:defRPr sz="975" b="0">
                <a:solidFill>
                  <a:srgbClr val="58718B"/>
                </a:solidFill>
              </a:defRPr>
            </a:lvl6pPr>
            <a:lvl7pPr>
              <a:defRPr sz="975" b="0">
                <a:solidFill>
                  <a:srgbClr val="58718B"/>
                </a:solidFill>
              </a:defRPr>
            </a:lvl7pPr>
            <a:lvl8pPr>
              <a:defRPr sz="975" b="0">
                <a:solidFill>
                  <a:srgbClr val="58718B"/>
                </a:solidFill>
              </a:defRPr>
            </a:lvl8pPr>
            <a:lvl9pPr>
              <a:defRPr sz="97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8718B"/>
                </a:solidFill>
              </a:defRPr>
            </a:pPr>
            <a:r>
              <a:rPr sz="975" b="0">
                <a:solidFill>
                  <a:srgbClr val="58718B"/>
                </a:solidFill>
              </a:rPr>
              <a:t>ผลนี้ยืนยันเฉพาะกรณี TASK-288 ไม่ใช่อัตราความสำเร็จรวม</a:t>
            </a:r>
          </a:p>
        </p:txBody>
      </p:sp>
    </p:spTree>
    <p:extLst>
      <p:ext uri="{BB962C8B-B14F-4D97-AF65-F5344CB8AC3E}">
        <p14:creationId xmlns:p14="http://schemas.microsoft.com/office/powerpoint/2010/main" val="195332225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126E96-8DF6-47F4-B378-51B0E279D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F3A787-515E-452C-993B-8F0FF3D92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C92C8D-9ED0-499E-8A2F-43C20202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12.1 สรุปผลการดำเนินโครงงาน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1C0914-037B-4249-818D-8EF0D2B1E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839BE1-1914-4F64-A849-1BB7CADE8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ต้นแบบเชื่อมการเคลื่อนที่อัตโนมัติกับการจัดการภารกิจผ่านเว็บได้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58098F-2318-415D-9EE8-796AC816D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76400"/>
            <a:ext cx="5429250" cy="384810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0A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256B8B-5532-41E1-9B85-997C4AB23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81200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  <a:lvl1pPr>
              <a:defRPr sz="1650" b="1">
                <a:solidFill>
                  <a:srgbClr val="FFFFFF"/>
                </a:solidFill>
              </a:defRPr>
            </a:lvl1pPr>
            <a:lvl2pPr>
              <a:defRPr sz="1650" b="1">
                <a:solidFill>
                  <a:srgbClr val="FFFFFF"/>
                </a:solidFill>
              </a:defRPr>
            </a:lvl2pPr>
            <a:lvl3pPr>
              <a:defRPr sz="1650" b="1">
                <a:solidFill>
                  <a:srgbClr val="FFFFFF"/>
                </a:solidFill>
              </a:defRPr>
            </a:lvl3pPr>
            <a:lvl4pPr>
              <a:defRPr sz="1650" b="1">
                <a:solidFill>
                  <a:srgbClr val="FFFFFF"/>
                </a:solidFill>
              </a:defRPr>
            </a:lvl4pPr>
            <a:lvl5pPr>
              <a:defRPr sz="1650" b="1">
                <a:solidFill>
                  <a:srgbClr val="FFFFFF"/>
                </a:solidFill>
              </a:defRPr>
            </a:lvl5pPr>
            <a:lvl6pPr>
              <a:defRPr sz="1650" b="1">
                <a:solidFill>
                  <a:srgbClr val="FFFFFF"/>
                </a:solidFill>
              </a:defRPr>
            </a:lvl6pPr>
            <a:lvl7pPr>
              <a:defRPr sz="1650" b="1">
                <a:solidFill>
                  <a:srgbClr val="FFFFFF"/>
                </a:solidFill>
              </a:defRPr>
            </a:lvl7pPr>
            <a:lvl8pPr>
              <a:defRPr sz="1650" b="1">
                <a:solidFill>
                  <a:srgbClr val="FFFFFF"/>
                </a:solidFill>
              </a:defRPr>
            </a:lvl8pPr>
            <a:lvl9pPr>
              <a:defRPr sz="16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สิ่งที่พัฒนา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7C0DD4-B681-4364-8CBD-BC3A9339A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5550"/>
            <a:ext cx="459105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FFFFFF"/>
                </a:solidFill>
              </a:defRPr>
            </a:defPPr>
            <a:lvl1pPr>
              <a:defRPr sz="1125" b="0">
                <a:solidFill>
                  <a:srgbClr val="FFFFFF"/>
                </a:solidFill>
              </a:defRPr>
            </a:lvl1pPr>
            <a:lvl2pPr>
              <a:defRPr sz="1125" b="0">
                <a:solidFill>
                  <a:srgbClr val="FFFFFF"/>
                </a:solidFill>
              </a:defRPr>
            </a:lvl2pPr>
            <a:lvl3pPr>
              <a:defRPr sz="1125" b="0">
                <a:solidFill>
                  <a:srgbClr val="FFFFFF"/>
                </a:solidFill>
              </a:defRPr>
            </a:lvl3pPr>
            <a:lvl4pPr>
              <a:defRPr sz="1125" b="0">
                <a:solidFill>
                  <a:srgbClr val="FFFFFF"/>
                </a:solidFill>
              </a:defRPr>
            </a:lvl4pPr>
            <a:lvl5pPr>
              <a:defRPr sz="1125" b="0">
                <a:solidFill>
                  <a:srgbClr val="FFFFFF"/>
                </a:solidFill>
              </a:defRPr>
            </a:lvl5pPr>
            <a:lvl6pPr>
              <a:defRPr sz="1125" b="0">
                <a:solidFill>
                  <a:srgbClr val="FFFFFF"/>
                </a:solidFill>
              </a:defRPr>
            </a:lvl6pPr>
            <a:lvl7pPr>
              <a:defRPr sz="1125" b="0">
                <a:solidFill>
                  <a:srgbClr val="FFFFFF"/>
                </a:solidFill>
              </a:defRPr>
            </a:lvl7pPr>
            <a:lvl8pPr>
              <a:defRPr sz="1125" b="0">
                <a:solidFill>
                  <a:srgbClr val="FFFFFF"/>
                </a:solidFill>
              </a:defRPr>
            </a:lvl8pPr>
            <a:lvl9pPr>
              <a:defRPr sz="11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ฐานหุ่นยนต์ใช้ ODROID-C4 และ ESP32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ROS 2 จัดการระบบหุ่นยนต์</a:t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SLAM Toolbox สร้างแผนที่</a:t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AMCL ระบุตำแหน่ง</a:t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Nav2 นำทางไปยังสถานี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Next.js, FastAPI และ PostgreSQL จัดการภารกิจ</a:t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Robot Agent เชื่อมเว็บไซต์กับหุ่นยนต์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F507CF-6E07-4A96-9B78-3AEB019F9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76400"/>
            <a:ext cx="5429250" cy="384810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F2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7C8965-DCC3-4C61-B231-9407476C5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981200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A3B82"/>
                </a:solidFill>
              </a:defRPr>
            </a:defPPr>
            <a:lvl1pPr>
              <a:defRPr sz="1650" b="1">
                <a:solidFill>
                  <a:srgbClr val="0A3B82"/>
                </a:solidFill>
              </a:defRPr>
            </a:lvl1pPr>
            <a:lvl2pPr>
              <a:defRPr sz="1650" b="1">
                <a:solidFill>
                  <a:srgbClr val="0A3B82"/>
                </a:solidFill>
              </a:defRPr>
            </a:lvl2pPr>
            <a:lvl3pPr>
              <a:defRPr sz="1650" b="1">
                <a:solidFill>
                  <a:srgbClr val="0A3B82"/>
                </a:solidFill>
              </a:defRPr>
            </a:lvl3pPr>
            <a:lvl4pPr>
              <a:defRPr sz="1650" b="1">
                <a:solidFill>
                  <a:srgbClr val="0A3B82"/>
                </a:solidFill>
              </a:defRPr>
            </a:lvl4pPr>
            <a:lvl5pPr>
              <a:defRPr sz="1650" b="1">
                <a:solidFill>
                  <a:srgbClr val="0A3B82"/>
                </a:solidFill>
              </a:defRPr>
            </a:lvl5pPr>
            <a:lvl6pPr>
              <a:defRPr sz="1650" b="1">
                <a:solidFill>
                  <a:srgbClr val="0A3B82"/>
                </a:solidFill>
              </a:defRPr>
            </a:lvl6pPr>
            <a:lvl7pPr>
              <a:defRPr sz="1650" b="1">
                <a:solidFill>
                  <a:srgbClr val="0A3B82"/>
                </a:solidFill>
              </a:defRPr>
            </a:lvl7pPr>
            <a:lvl8pPr>
              <a:defRPr sz="1650" b="1">
                <a:solidFill>
                  <a:srgbClr val="0A3B82"/>
                </a:solidFill>
              </a:defRPr>
            </a:lvl8pPr>
            <a:lvl9pPr>
              <a:defRPr sz="165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A3B82"/>
                </a:solidFill>
              </a:defRPr>
            </a:pPr>
            <a:r>
              <a:rPr sz="1650" b="1">
                <a:solidFill>
                  <a:srgbClr val="0A3B82"/>
                </a:solidFill>
              </a:rPr>
              <a:t>ผลการทดสอบเบื้องต้น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20F987-B716-48A5-BC3D-934DE0B07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95550"/>
            <a:ext cx="45910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02A43"/>
                </a:solidFill>
              </a:defRPr>
            </a:defPPr>
            <a:lvl1pPr>
              <a:defRPr sz="1125" b="0">
                <a:solidFill>
                  <a:srgbClr val="102A43"/>
                </a:solidFill>
              </a:defRPr>
            </a:lvl1pPr>
            <a:lvl2pPr>
              <a:defRPr sz="1125" b="0">
                <a:solidFill>
                  <a:srgbClr val="102A43"/>
                </a:solidFill>
              </a:defRPr>
            </a:lvl2pPr>
            <a:lvl3pPr>
              <a:defRPr sz="1125" b="0">
                <a:solidFill>
                  <a:srgbClr val="102A43"/>
                </a:solidFill>
              </a:defRPr>
            </a:lvl3pPr>
            <a:lvl4pPr>
              <a:defRPr sz="1125" b="0">
                <a:solidFill>
                  <a:srgbClr val="102A43"/>
                </a:solidFill>
              </a:defRPr>
            </a:lvl4pPr>
            <a:lvl5pPr>
              <a:defRPr sz="1125" b="0">
                <a:solidFill>
                  <a:srgbClr val="102A43"/>
                </a:solidFill>
              </a:defRPr>
            </a:lvl5pPr>
            <a:lvl6pPr>
              <a:defRPr sz="1125" b="0">
                <a:solidFill>
                  <a:srgbClr val="102A43"/>
                </a:solidFill>
              </a:defRPr>
            </a:lvl6pPr>
            <a:lvl7pPr>
              <a:defRPr sz="1125" b="0">
                <a:solidFill>
                  <a:srgbClr val="102A43"/>
                </a:solidFill>
              </a:defRPr>
            </a:lvl7pPr>
            <a:lvl8pPr>
              <a:defRPr sz="1125" b="0">
                <a:solidFill>
                  <a:srgbClr val="102A43"/>
                </a:solidFill>
              </a:defRPr>
            </a:lvl8pPr>
            <a:lvl9pPr>
              <a:defRPr sz="112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02A43"/>
                </a:solidFill>
              </a:defRPr>
            </a:pPr>
            <a:r>
              <a:rPr sz="1125" b="0">
                <a:solidFill>
                  <a:srgbClr val="102A43"/>
                </a:solidFill>
              </a:rPr>
              <a:t>ระบบสร้างภารกิจและส่งเป้าหมายให้หุ่นยนต์ได้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102A43"/>
                </a:solidFill>
              </a:defRPr>
            </a:pPr>
            <a:r>
              <a:rPr sz="1125" b="0">
                <a:solidFill>
                  <a:srgbClr val="102A43"/>
                </a:solidFill>
              </a:rPr>
              <a:t>ผู้ใช้ติดตามสถานะและดูประวัติเหตุการณ์ได้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102A43"/>
                </a:solidFill>
              </a:defRPr>
            </a:pPr>
            <a:r>
              <a:rPr sz="1125" b="0">
                <a:solidFill>
                  <a:srgbClr val="102A43"/>
                </a:solidFill>
              </a:rPr>
              <a:t>การสร้างแผนที่และ Localization ทำงานในพื้นที่ทดลอง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102A43"/>
                </a:solidFill>
              </a:defRPr>
            </a:pPr>
            <a:r>
              <a:rPr sz="1125" b="0">
                <a:solidFill>
                  <a:srgbClr val="102A43"/>
                </a:solidFill>
              </a:rPr>
              <a:t>ต้นแบบยังไม่มีโครงสร้างบรรทุกสิ่งของจริง</a:t>
            </a:r>
          </a:p>
          <a:p xmlns:a="http://schemas.openxmlformats.org/drawingml/2006/main">
            <a:pPr>
              <a:defRPr sz="1125" b="0">
                <a:solidFill>
                  <a:srgbClr val="102A43"/>
                </a:solidFill>
              </a:defRPr>
            </a:pPr>
            <a:r>
              <a:rPr sz="1125" b="0">
                <a:solidFill>
                  <a:srgbClr val="102A43"/>
                </a:solidFill>
              </a:rPr>
              <a:t>การวางและรับสิ่งของยังยืนยันผ่านเว็บไซต์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ED0DF6-5983-4F9A-80EF-0C963D0E5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57750"/>
            <a:ext cx="4667250" cy="419100"/>
          </a:xfrm>
          <a:prstGeom xmlns:a="http://schemas.openxmlformats.org/drawingml/2006/main" prst="roundRect">
            <a:avLst>
              <a:gd name="adj" fmla="val 4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36657B-1C70-40BB-B781-23275D646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62525"/>
            <a:ext cx="436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D95362"/>
                </a:solidFill>
              </a:defRPr>
            </a:defPPr>
            <a:lvl1pPr>
              <a:defRPr sz="975" b="1">
                <a:solidFill>
                  <a:srgbClr val="D95362"/>
                </a:solidFill>
              </a:defRPr>
            </a:lvl1pPr>
            <a:lvl2pPr>
              <a:defRPr sz="975" b="1">
                <a:solidFill>
                  <a:srgbClr val="D95362"/>
                </a:solidFill>
              </a:defRPr>
            </a:lvl2pPr>
            <a:lvl3pPr>
              <a:defRPr sz="975" b="1">
                <a:solidFill>
                  <a:srgbClr val="D95362"/>
                </a:solidFill>
              </a:defRPr>
            </a:lvl3pPr>
            <a:lvl4pPr>
              <a:defRPr sz="975" b="1">
                <a:solidFill>
                  <a:srgbClr val="D95362"/>
                </a:solidFill>
              </a:defRPr>
            </a:lvl4pPr>
            <a:lvl5pPr>
              <a:defRPr sz="975" b="1">
                <a:solidFill>
                  <a:srgbClr val="D95362"/>
                </a:solidFill>
              </a:defRPr>
            </a:lvl5pPr>
            <a:lvl6pPr>
              <a:defRPr sz="975" b="1">
                <a:solidFill>
                  <a:srgbClr val="D95362"/>
                </a:solidFill>
              </a:defRPr>
            </a:lvl6pPr>
            <a:lvl7pPr>
              <a:defRPr sz="975" b="1">
                <a:solidFill>
                  <a:srgbClr val="D95362"/>
                </a:solidFill>
              </a:defRPr>
            </a:lvl7pPr>
            <a:lvl8pPr>
              <a:defRPr sz="975" b="1">
                <a:solidFill>
                  <a:srgbClr val="D95362"/>
                </a:solidFill>
              </a:defRPr>
            </a:lvl8pPr>
            <a:lvl9pPr>
              <a:defRPr sz="975" b="1">
                <a:solidFill>
                  <a:srgbClr val="D95362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D95362"/>
                </a:solidFill>
              </a:defRPr>
            </a:pPr>
            <a:r>
              <a:rPr sz="975" b="1">
                <a:solidFill>
                  <a:srgbClr val="D95362"/>
                </a:solidFill>
              </a:rPr>
              <a:t>จึงยังไม่สรุปความเสถียรหรือความพร้อมใช้งานระยะยาว</a:t>
            </a:r>
          </a:p>
        </p:txBody>
      </p:sp>
    </p:spTree>
    <p:extLst>
      <p:ext uri="{BB962C8B-B14F-4D97-AF65-F5344CB8AC3E}">
        <p14:creationId xmlns:p14="http://schemas.microsoft.com/office/powerpoint/2010/main" val="82976597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C51371-741E-4373-A641-D28D0D28E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6AA08D-BB32-47A8-A043-433ECC7DC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420070-7767-4638-BDB4-86ACD4626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12.2 แนวทางการดำเนินโครงงานในสถานประกอบการ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349A45-0B79-4ACC-9BF4-70561E37D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6050C9-48A6-4366-938A-43B8D3069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นำประสบการณ์จากต้นแบบไปต่อยอดกับงานซอฟต์แวร์และระบบสมองกลฝังตัว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632FCF-0FF6-4B00-8ACC-850927EEA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76400"/>
            <a:ext cx="3810000" cy="3810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A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A13714-CE5C-44A7-AF45-D58BCD5A5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678BE"/>
                </a:solidFill>
              </a:defRPr>
            </a:defPPr>
            <a:lvl1pPr>
              <a:defRPr sz="1350" b="1">
                <a:solidFill>
                  <a:srgbClr val="1678BE"/>
                </a:solidFill>
              </a:defRPr>
            </a:lvl1pPr>
            <a:lvl2pPr>
              <a:defRPr sz="1350" b="1">
                <a:solidFill>
                  <a:srgbClr val="1678BE"/>
                </a:solidFill>
              </a:defRPr>
            </a:lvl2pPr>
            <a:lvl3pPr>
              <a:defRPr sz="1350" b="1">
                <a:solidFill>
                  <a:srgbClr val="1678BE"/>
                </a:solidFill>
              </a:defRPr>
            </a:lvl3pPr>
            <a:lvl4pPr>
              <a:defRPr sz="1350" b="1">
                <a:solidFill>
                  <a:srgbClr val="1678BE"/>
                </a:solidFill>
              </a:defRPr>
            </a:lvl4pPr>
            <a:lvl5pPr>
              <a:defRPr sz="1350" b="1">
                <a:solidFill>
                  <a:srgbClr val="1678BE"/>
                </a:solidFill>
              </a:defRPr>
            </a:lvl5pPr>
            <a:lvl6pPr>
              <a:defRPr sz="1350" b="1">
                <a:solidFill>
                  <a:srgbClr val="1678BE"/>
                </a:solidFill>
              </a:defRPr>
            </a:lvl6pPr>
            <a:lvl7pPr>
              <a:defRPr sz="1350" b="1">
                <a:solidFill>
                  <a:srgbClr val="1678BE"/>
                </a:solidFill>
              </a:defRPr>
            </a:lvl7pPr>
            <a:lvl8pPr>
              <a:defRPr sz="1350" b="1">
                <a:solidFill>
                  <a:srgbClr val="1678BE"/>
                </a:solidFill>
              </a:defRPr>
            </a:lvl8pPr>
            <a:lvl9pPr>
              <a:defRPr sz="135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678BE"/>
                </a:solidFill>
              </a:defRPr>
            </a:pPr>
            <a:r>
              <a:rPr sz="1350" b="1">
                <a:solidFill>
                  <a:srgbClr val="1678BE"/>
                </a:solidFill>
              </a:rPr>
              <a:t>สถานประกอบการ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BFD6D0-1BFB-4CB1-BDB1-C4A6E12EB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A3B82"/>
                </a:solidFill>
              </a:defRPr>
            </a:defPPr>
            <a:lvl1pPr>
              <a:defRPr sz="1650" b="1">
                <a:solidFill>
                  <a:srgbClr val="0A3B82"/>
                </a:solidFill>
              </a:defRPr>
            </a:lvl1pPr>
            <a:lvl2pPr>
              <a:defRPr sz="1650" b="1">
                <a:solidFill>
                  <a:srgbClr val="0A3B82"/>
                </a:solidFill>
              </a:defRPr>
            </a:lvl2pPr>
            <a:lvl3pPr>
              <a:defRPr sz="1650" b="1">
                <a:solidFill>
                  <a:srgbClr val="0A3B82"/>
                </a:solidFill>
              </a:defRPr>
            </a:lvl3pPr>
            <a:lvl4pPr>
              <a:defRPr sz="1650" b="1">
                <a:solidFill>
                  <a:srgbClr val="0A3B82"/>
                </a:solidFill>
              </a:defRPr>
            </a:lvl4pPr>
            <a:lvl5pPr>
              <a:defRPr sz="1650" b="1">
                <a:solidFill>
                  <a:srgbClr val="0A3B82"/>
                </a:solidFill>
              </a:defRPr>
            </a:lvl5pPr>
            <a:lvl6pPr>
              <a:defRPr sz="1650" b="1">
                <a:solidFill>
                  <a:srgbClr val="0A3B82"/>
                </a:solidFill>
              </a:defRPr>
            </a:lvl6pPr>
            <a:lvl7pPr>
              <a:defRPr sz="1650" b="1">
                <a:solidFill>
                  <a:srgbClr val="0A3B82"/>
                </a:solidFill>
              </a:defRPr>
            </a:lvl7pPr>
            <a:lvl8pPr>
              <a:defRPr sz="1650" b="1">
                <a:solidFill>
                  <a:srgbClr val="0A3B82"/>
                </a:solidFill>
              </a:defRPr>
            </a:lvl8pPr>
            <a:lvl9pPr>
              <a:defRPr sz="165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A3B82"/>
                </a:solidFill>
              </a:defRPr>
            </a:pPr>
            <a:r>
              <a:rPr sz="1650" b="1">
                <a:solidFill>
                  <a:srgbClr val="0A3B82"/>
                </a:solidFill>
              </a:rPr>
              <a:t>APITechSmart Lab</a:t>
            </a:r>
          </a:p>
          <a:p xmlns:a="http://schemas.openxmlformats.org/drawingml/2006/main">
            <a:pPr>
              <a:defRPr sz="1650" b="1">
                <a:solidFill>
                  <a:srgbClr val="0A3B82"/>
                </a:solidFill>
              </a:defRPr>
            </a:pPr>
            <a:r>
              <a:rPr sz="1650" b="1">
                <a:solidFill>
                  <a:srgbClr val="0A3B82"/>
                </a:solidFill>
              </a:rPr>
              <a:t>บริษัท เอ.พี.ไอ.เทค จำกัด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5BA72F-93DD-4890-8416-F9E438EBD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99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58718B"/>
                </a:solidFill>
              </a:defRPr>
            </a:defPPr>
            <a:lvl1pPr>
              <a:defRPr sz="1050" b="1">
                <a:solidFill>
                  <a:srgbClr val="58718B"/>
                </a:solidFill>
              </a:defRPr>
            </a:lvl1pPr>
            <a:lvl2pPr>
              <a:defRPr sz="1050" b="1">
                <a:solidFill>
                  <a:srgbClr val="58718B"/>
                </a:solidFill>
              </a:defRPr>
            </a:lvl2pPr>
            <a:lvl3pPr>
              <a:defRPr sz="1050" b="1">
                <a:solidFill>
                  <a:srgbClr val="58718B"/>
                </a:solidFill>
              </a:defRPr>
            </a:lvl3pPr>
            <a:lvl4pPr>
              <a:defRPr sz="1050" b="1">
                <a:solidFill>
                  <a:srgbClr val="58718B"/>
                </a:solidFill>
              </a:defRPr>
            </a:lvl4pPr>
            <a:lvl5pPr>
              <a:defRPr sz="1050" b="1">
                <a:solidFill>
                  <a:srgbClr val="58718B"/>
                </a:solidFill>
              </a:defRPr>
            </a:lvl5pPr>
            <a:lvl6pPr>
              <a:defRPr sz="1050" b="1">
                <a:solidFill>
                  <a:srgbClr val="58718B"/>
                </a:solidFill>
              </a:defRPr>
            </a:lvl6pPr>
            <a:lvl7pPr>
              <a:defRPr sz="1050" b="1">
                <a:solidFill>
                  <a:srgbClr val="58718B"/>
                </a:solidFill>
              </a:defRPr>
            </a:lvl7pPr>
            <a:lvl8pPr>
              <a:defRPr sz="1050" b="1">
                <a:solidFill>
                  <a:srgbClr val="58718B"/>
                </a:solidFill>
              </a:defRPr>
            </a:lvl8pPr>
            <a:lvl9pPr>
              <a:defRPr sz="1050" b="1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58718B"/>
                </a:solidFill>
              </a:defRPr>
            </a:pPr>
            <a:r>
              <a:rPr sz="1050" b="1">
                <a:solidFill>
                  <a:srgbClr val="58718B"/>
                </a:solidFill>
              </a:rPr>
              <a:t>ตำแหน่ง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0E793E-B65A-4672-8982-5A5570BEE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  <a:lvl1pPr>
              <a:defRPr sz="1500" b="1">
                <a:solidFill>
                  <a:srgbClr val="102A43"/>
                </a:solidFill>
              </a:defRPr>
            </a:lvl1pPr>
            <a:lvl2pPr>
              <a:defRPr sz="1500" b="1">
                <a:solidFill>
                  <a:srgbClr val="102A43"/>
                </a:solidFill>
              </a:defRPr>
            </a:lvl2pPr>
            <a:lvl3pPr>
              <a:defRPr sz="1500" b="1">
                <a:solidFill>
                  <a:srgbClr val="102A43"/>
                </a:solidFill>
              </a:defRPr>
            </a:lvl3pPr>
            <a:lvl4pPr>
              <a:defRPr sz="1500" b="1">
                <a:solidFill>
                  <a:srgbClr val="102A43"/>
                </a:solidFill>
              </a:defRPr>
            </a:lvl4pPr>
            <a:lvl5pPr>
              <a:defRPr sz="1500" b="1">
                <a:solidFill>
                  <a:srgbClr val="102A43"/>
                </a:solidFill>
              </a:defRPr>
            </a:lvl5pPr>
            <a:lvl6pPr>
              <a:defRPr sz="1500" b="1">
                <a:solidFill>
                  <a:srgbClr val="102A43"/>
                </a:solidFill>
              </a:defRPr>
            </a:lvl6pPr>
            <a:lvl7pPr>
              <a:defRPr sz="1500" b="1">
                <a:solidFill>
                  <a:srgbClr val="102A43"/>
                </a:solidFill>
              </a:defRPr>
            </a:lvl7pPr>
            <a:lvl8pPr>
              <a:defRPr sz="1500" b="1">
                <a:solidFill>
                  <a:srgbClr val="102A43"/>
                </a:solidFill>
              </a:defRPr>
            </a:lvl8pPr>
            <a:lvl9pPr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Programmer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7C5C14-BCFE-4B3A-B7FA-DA62854DB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243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58718B"/>
                </a:solidFill>
              </a:defRPr>
            </a:defPPr>
            <a:lvl1pPr>
              <a:defRPr sz="1050" b="1">
                <a:solidFill>
                  <a:srgbClr val="58718B"/>
                </a:solidFill>
              </a:defRPr>
            </a:lvl1pPr>
            <a:lvl2pPr>
              <a:defRPr sz="1050" b="1">
                <a:solidFill>
                  <a:srgbClr val="58718B"/>
                </a:solidFill>
              </a:defRPr>
            </a:lvl2pPr>
            <a:lvl3pPr>
              <a:defRPr sz="1050" b="1">
                <a:solidFill>
                  <a:srgbClr val="58718B"/>
                </a:solidFill>
              </a:defRPr>
            </a:lvl3pPr>
            <a:lvl4pPr>
              <a:defRPr sz="1050" b="1">
                <a:solidFill>
                  <a:srgbClr val="58718B"/>
                </a:solidFill>
              </a:defRPr>
            </a:lvl4pPr>
            <a:lvl5pPr>
              <a:defRPr sz="1050" b="1">
                <a:solidFill>
                  <a:srgbClr val="58718B"/>
                </a:solidFill>
              </a:defRPr>
            </a:lvl5pPr>
            <a:lvl6pPr>
              <a:defRPr sz="1050" b="1">
                <a:solidFill>
                  <a:srgbClr val="58718B"/>
                </a:solidFill>
              </a:defRPr>
            </a:lvl6pPr>
            <a:lvl7pPr>
              <a:defRPr sz="1050" b="1">
                <a:solidFill>
                  <a:srgbClr val="58718B"/>
                </a:solidFill>
              </a:defRPr>
            </a:lvl7pPr>
            <a:lvl8pPr>
              <a:defRPr sz="1050" b="1">
                <a:solidFill>
                  <a:srgbClr val="58718B"/>
                </a:solidFill>
              </a:defRPr>
            </a:lvl8pPr>
            <a:lvl9pPr>
              <a:defRPr sz="1050" b="1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58718B"/>
                </a:solidFill>
              </a:defRPr>
            </a:pPr>
            <a:r>
              <a:rPr sz="1050" b="1">
                <a:solidFill>
                  <a:srgbClr val="58718B"/>
                </a:solidFill>
              </a:rPr>
              <a:t>ลักษณะธุรกิจ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2B9EEF-7B40-48B7-BA96-95EB70DB9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เทคโนโลยีอิเล็กทรอนิกส์ยานยนต์</a:t>
            </a:r>
          </a:p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ระบบควบคุมและการวิเคราะห์ข้อมูลยานยนต์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CD68B0-174F-46E5-9E48-59BD2ABA2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907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A3B82"/>
                </a:solidFill>
              </a:defRPr>
            </a:defPPr>
            <a:lvl1pPr>
              <a:defRPr sz="1650" b="1">
                <a:solidFill>
                  <a:srgbClr val="0A3B82"/>
                </a:solidFill>
              </a:defRPr>
            </a:lvl1pPr>
            <a:lvl2pPr>
              <a:defRPr sz="1650" b="1">
                <a:solidFill>
                  <a:srgbClr val="0A3B82"/>
                </a:solidFill>
              </a:defRPr>
            </a:lvl2pPr>
            <a:lvl3pPr>
              <a:defRPr sz="1650" b="1">
                <a:solidFill>
                  <a:srgbClr val="0A3B82"/>
                </a:solidFill>
              </a:defRPr>
            </a:lvl3pPr>
            <a:lvl4pPr>
              <a:defRPr sz="1650" b="1">
                <a:solidFill>
                  <a:srgbClr val="0A3B82"/>
                </a:solidFill>
              </a:defRPr>
            </a:lvl4pPr>
            <a:lvl5pPr>
              <a:defRPr sz="1650" b="1">
                <a:solidFill>
                  <a:srgbClr val="0A3B82"/>
                </a:solidFill>
              </a:defRPr>
            </a:lvl5pPr>
            <a:lvl6pPr>
              <a:defRPr sz="1650" b="1">
                <a:solidFill>
                  <a:srgbClr val="0A3B82"/>
                </a:solidFill>
              </a:defRPr>
            </a:lvl6pPr>
            <a:lvl7pPr>
              <a:defRPr sz="1650" b="1">
                <a:solidFill>
                  <a:srgbClr val="0A3B82"/>
                </a:solidFill>
              </a:defRPr>
            </a:lvl7pPr>
            <a:lvl8pPr>
              <a:defRPr sz="1650" b="1">
                <a:solidFill>
                  <a:srgbClr val="0A3B82"/>
                </a:solidFill>
              </a:defRPr>
            </a:lvl8pPr>
            <a:lvl9pPr>
              <a:defRPr sz="165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A3B82"/>
                </a:solidFill>
              </a:defRPr>
            </a:pPr>
            <a:r>
              <a:rPr sz="1650" b="1">
                <a:solidFill>
                  <a:srgbClr val="0A3B82"/>
                </a:solidFill>
              </a:rPr>
              <a:t>แนวทางที่คาดว่าจะเกี่ยวข้อง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2A5DC9-E463-47E1-B98A-3FB6C81A3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193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678BE"/>
                </a:solidFill>
              </a:defRPr>
            </a:defPPr>
            <a:lvl1pPr>
              <a:defRPr sz="1125" b="1">
                <a:solidFill>
                  <a:srgbClr val="1678BE"/>
                </a:solidFill>
              </a:defRPr>
            </a:lvl1pPr>
            <a:lvl2pPr>
              <a:defRPr sz="1125" b="1">
                <a:solidFill>
                  <a:srgbClr val="1678BE"/>
                </a:solidFill>
              </a:defRPr>
            </a:lvl2pPr>
            <a:lvl3pPr>
              <a:defRPr sz="1125" b="1">
                <a:solidFill>
                  <a:srgbClr val="1678BE"/>
                </a:solidFill>
              </a:defRPr>
            </a:lvl3pPr>
            <a:lvl4pPr>
              <a:defRPr sz="1125" b="1">
                <a:solidFill>
                  <a:srgbClr val="1678BE"/>
                </a:solidFill>
              </a:defRPr>
            </a:lvl4pPr>
            <a:lvl5pPr>
              <a:defRPr sz="1125" b="1">
                <a:solidFill>
                  <a:srgbClr val="1678BE"/>
                </a:solidFill>
              </a:defRPr>
            </a:lvl5pPr>
            <a:lvl6pPr>
              <a:defRPr sz="1125" b="1">
                <a:solidFill>
                  <a:srgbClr val="1678BE"/>
                </a:solidFill>
              </a:defRPr>
            </a:lvl6pPr>
            <a:lvl7pPr>
              <a:defRPr sz="1125" b="1">
                <a:solidFill>
                  <a:srgbClr val="1678BE"/>
                </a:solidFill>
              </a:defRPr>
            </a:lvl7pPr>
            <a:lvl8pPr>
              <a:defRPr sz="1125" b="1">
                <a:solidFill>
                  <a:srgbClr val="1678BE"/>
                </a:solidFill>
              </a:defRPr>
            </a:lvl8pPr>
            <a:lvl9pPr>
              <a:defRPr sz="11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678BE"/>
                </a:solidFill>
              </a:defRPr>
            </a:pPr>
            <a:r>
              <a:rPr sz="1125" b="1">
                <a:solidFill>
                  <a:srgbClr val="1678BE"/>
                </a:solidFill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24293E-2438-4730-96DF-37E1646FD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381250"/>
            <a:ext cx="605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  <a:lvl1pPr>
              <a:defRPr sz="1500" b="1">
                <a:solidFill>
                  <a:srgbClr val="102A43"/>
                </a:solidFill>
              </a:defRPr>
            </a:lvl1pPr>
            <a:lvl2pPr>
              <a:defRPr sz="1500" b="1">
                <a:solidFill>
                  <a:srgbClr val="102A43"/>
                </a:solidFill>
              </a:defRPr>
            </a:lvl2pPr>
            <a:lvl3pPr>
              <a:defRPr sz="1500" b="1">
                <a:solidFill>
                  <a:srgbClr val="102A43"/>
                </a:solidFill>
              </a:defRPr>
            </a:lvl3pPr>
            <a:lvl4pPr>
              <a:defRPr sz="1500" b="1">
                <a:solidFill>
                  <a:srgbClr val="102A43"/>
                </a:solidFill>
              </a:defRPr>
            </a:lvl4pPr>
            <a:lvl5pPr>
              <a:defRPr sz="1500" b="1">
                <a:solidFill>
                  <a:srgbClr val="102A43"/>
                </a:solidFill>
              </a:defRPr>
            </a:lvl5pPr>
            <a:lvl6pPr>
              <a:defRPr sz="1500" b="1">
                <a:solidFill>
                  <a:srgbClr val="102A43"/>
                </a:solidFill>
              </a:defRPr>
            </a:lvl6pPr>
            <a:lvl7pPr>
              <a:defRPr sz="1500" b="1">
                <a:solidFill>
                  <a:srgbClr val="102A43"/>
                </a:solidFill>
              </a:defRPr>
            </a:lvl7pPr>
            <a:lvl8pPr>
              <a:defRPr sz="1500" b="1">
                <a:solidFill>
                  <a:srgbClr val="102A43"/>
                </a:solidFill>
              </a:defRPr>
            </a:lvl8pPr>
            <a:lvl9pPr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Automotive and IoT software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838EF7-36E1-4CE2-8F72-EC764B13B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705100"/>
            <a:ext cx="6057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พัฒนาโปรแกรมที่สื่อสารกับอุปกรณ์อิเล็กทรอนิกส์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AF2AC3-77E4-42EC-974D-E12BAB835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099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55BDD8"/>
                </a:solidFill>
              </a:defRPr>
            </a:defPPr>
            <a:lvl1pPr>
              <a:defRPr sz="1125" b="1">
                <a:solidFill>
                  <a:srgbClr val="55BDD8"/>
                </a:solidFill>
              </a:defRPr>
            </a:lvl1pPr>
            <a:lvl2pPr>
              <a:defRPr sz="1125" b="1">
                <a:solidFill>
                  <a:srgbClr val="55BDD8"/>
                </a:solidFill>
              </a:defRPr>
            </a:lvl2pPr>
            <a:lvl3pPr>
              <a:defRPr sz="1125" b="1">
                <a:solidFill>
                  <a:srgbClr val="55BDD8"/>
                </a:solidFill>
              </a:defRPr>
            </a:lvl3pPr>
            <a:lvl4pPr>
              <a:defRPr sz="1125" b="1">
                <a:solidFill>
                  <a:srgbClr val="55BDD8"/>
                </a:solidFill>
              </a:defRPr>
            </a:lvl4pPr>
            <a:lvl5pPr>
              <a:defRPr sz="1125" b="1">
                <a:solidFill>
                  <a:srgbClr val="55BDD8"/>
                </a:solidFill>
              </a:defRPr>
            </a:lvl5pPr>
            <a:lvl6pPr>
              <a:defRPr sz="1125" b="1">
                <a:solidFill>
                  <a:srgbClr val="55BDD8"/>
                </a:solidFill>
              </a:defRPr>
            </a:lvl6pPr>
            <a:lvl7pPr>
              <a:defRPr sz="1125" b="1">
                <a:solidFill>
                  <a:srgbClr val="55BDD8"/>
                </a:solidFill>
              </a:defRPr>
            </a:lvl7pPr>
            <a:lvl8pPr>
              <a:defRPr sz="1125" b="1">
                <a:solidFill>
                  <a:srgbClr val="55BDD8"/>
                </a:solidFill>
              </a:defRPr>
            </a:lvl8pPr>
            <a:lvl9pPr>
              <a:defRPr sz="1125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55BDD8"/>
                </a:solidFill>
              </a:defRPr>
            </a:pPr>
            <a:r>
              <a:rPr sz="1125" b="1">
                <a:solidFill>
                  <a:srgbClr val="55BDD8"/>
                </a:solidFill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CCEDD2-27F6-4300-AF8E-504DC10DC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371850"/>
            <a:ext cx="605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  <a:lvl1pPr>
              <a:defRPr sz="1500" b="1">
                <a:solidFill>
                  <a:srgbClr val="102A43"/>
                </a:solidFill>
              </a:defRPr>
            </a:lvl1pPr>
            <a:lvl2pPr>
              <a:defRPr sz="1500" b="1">
                <a:solidFill>
                  <a:srgbClr val="102A43"/>
                </a:solidFill>
              </a:defRPr>
            </a:lvl2pPr>
            <a:lvl3pPr>
              <a:defRPr sz="1500" b="1">
                <a:solidFill>
                  <a:srgbClr val="102A43"/>
                </a:solidFill>
              </a:defRPr>
            </a:lvl3pPr>
            <a:lvl4pPr>
              <a:defRPr sz="1500" b="1">
                <a:solidFill>
                  <a:srgbClr val="102A43"/>
                </a:solidFill>
              </a:defRPr>
            </a:lvl4pPr>
            <a:lvl5pPr>
              <a:defRPr sz="1500" b="1">
                <a:solidFill>
                  <a:srgbClr val="102A43"/>
                </a:solidFill>
              </a:defRPr>
            </a:lvl5pPr>
            <a:lvl6pPr>
              <a:defRPr sz="1500" b="1">
                <a:solidFill>
                  <a:srgbClr val="102A43"/>
                </a:solidFill>
              </a:defRPr>
            </a:lvl6pPr>
            <a:lvl7pPr>
              <a:defRPr sz="1500" b="1">
                <a:solidFill>
                  <a:srgbClr val="102A43"/>
                </a:solidFill>
              </a:defRPr>
            </a:lvl7pPr>
            <a:lvl8pPr>
              <a:defRPr sz="1500" b="1">
                <a:solidFill>
                  <a:srgbClr val="102A43"/>
                </a:solidFill>
              </a:defRPr>
            </a:lvl8pPr>
            <a:lvl9pPr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Sensor data processing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1FAE99-C278-4471-B9DC-2FA393137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695700"/>
            <a:ext cx="6057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รับ ประมวลผล และแสดงข้อมูลจากเซนเซอร์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9132AE-43A8-4AA2-9A20-B50D91844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005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678BE"/>
                </a:solidFill>
              </a:defRPr>
            </a:defPPr>
            <a:lvl1pPr>
              <a:defRPr sz="1125" b="1">
                <a:solidFill>
                  <a:srgbClr val="1678BE"/>
                </a:solidFill>
              </a:defRPr>
            </a:lvl1pPr>
            <a:lvl2pPr>
              <a:defRPr sz="1125" b="1">
                <a:solidFill>
                  <a:srgbClr val="1678BE"/>
                </a:solidFill>
              </a:defRPr>
            </a:lvl2pPr>
            <a:lvl3pPr>
              <a:defRPr sz="1125" b="1">
                <a:solidFill>
                  <a:srgbClr val="1678BE"/>
                </a:solidFill>
              </a:defRPr>
            </a:lvl3pPr>
            <a:lvl4pPr>
              <a:defRPr sz="1125" b="1">
                <a:solidFill>
                  <a:srgbClr val="1678BE"/>
                </a:solidFill>
              </a:defRPr>
            </a:lvl4pPr>
            <a:lvl5pPr>
              <a:defRPr sz="1125" b="1">
                <a:solidFill>
                  <a:srgbClr val="1678BE"/>
                </a:solidFill>
              </a:defRPr>
            </a:lvl5pPr>
            <a:lvl6pPr>
              <a:defRPr sz="1125" b="1">
                <a:solidFill>
                  <a:srgbClr val="1678BE"/>
                </a:solidFill>
              </a:defRPr>
            </a:lvl6pPr>
            <a:lvl7pPr>
              <a:defRPr sz="1125" b="1">
                <a:solidFill>
                  <a:srgbClr val="1678BE"/>
                </a:solidFill>
              </a:defRPr>
            </a:lvl7pPr>
            <a:lvl8pPr>
              <a:defRPr sz="1125" b="1">
                <a:solidFill>
                  <a:srgbClr val="1678BE"/>
                </a:solidFill>
              </a:defRPr>
            </a:lvl8pPr>
            <a:lvl9pPr>
              <a:defRPr sz="11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678BE"/>
                </a:solidFill>
              </a:defRPr>
            </a:pPr>
            <a:r>
              <a:rPr sz="1125" b="1">
                <a:solidFill>
                  <a:srgbClr val="1678BE"/>
                </a:solidFill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A3991E-D712-4E7E-A506-EBCFFA945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362450"/>
            <a:ext cx="605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  <a:lvl1pPr>
              <a:defRPr sz="1500" b="1">
                <a:solidFill>
                  <a:srgbClr val="102A43"/>
                </a:solidFill>
              </a:defRPr>
            </a:lvl1pPr>
            <a:lvl2pPr>
              <a:defRPr sz="1500" b="1">
                <a:solidFill>
                  <a:srgbClr val="102A43"/>
                </a:solidFill>
              </a:defRPr>
            </a:lvl2pPr>
            <a:lvl3pPr>
              <a:defRPr sz="1500" b="1">
                <a:solidFill>
                  <a:srgbClr val="102A43"/>
                </a:solidFill>
              </a:defRPr>
            </a:lvl3pPr>
            <a:lvl4pPr>
              <a:defRPr sz="1500" b="1">
                <a:solidFill>
                  <a:srgbClr val="102A43"/>
                </a:solidFill>
              </a:defRPr>
            </a:lvl4pPr>
            <a:lvl5pPr>
              <a:defRPr sz="1500" b="1">
                <a:solidFill>
                  <a:srgbClr val="102A43"/>
                </a:solidFill>
              </a:defRPr>
            </a:lvl5pPr>
            <a:lvl6pPr>
              <a:defRPr sz="1500" b="1">
                <a:solidFill>
                  <a:srgbClr val="102A43"/>
                </a:solidFill>
              </a:defRPr>
            </a:lvl6pPr>
            <a:lvl7pPr>
              <a:defRPr sz="1500" b="1">
                <a:solidFill>
                  <a:srgbClr val="102A43"/>
                </a:solidFill>
              </a:defRPr>
            </a:lvl7pPr>
            <a:lvl8pPr>
              <a:defRPr sz="1500" b="1">
                <a:solidFill>
                  <a:srgbClr val="102A43"/>
                </a:solidFill>
              </a:defRPr>
            </a:lvl8pPr>
            <a:lvl9pPr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Monitoring and control applications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D12BB3-3FA7-4C65-BB2D-A50673BC7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686300"/>
            <a:ext cx="6057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สร้างแอปพลิเคชันเพื่อสนับสนุนการตรวจสอบหรือควบคุมอุปกรณ์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3CD01A-C9EF-42DE-89CF-BF68533E2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314950"/>
            <a:ext cx="6572250" cy="6667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A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ED6D12-68A8-4490-ADED-D4C42017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4864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55BDD8"/>
                </a:solidFill>
              </a:defRPr>
            </a:defPPr>
            <a:lvl1pPr>
              <a:defRPr sz="1050" b="1">
                <a:solidFill>
                  <a:srgbClr val="55BDD8"/>
                </a:solidFill>
              </a:defRPr>
            </a:lvl1pPr>
            <a:lvl2pPr>
              <a:defRPr sz="1050" b="1">
                <a:solidFill>
                  <a:srgbClr val="55BDD8"/>
                </a:solidFill>
              </a:defRPr>
            </a:lvl2pPr>
            <a:lvl3pPr>
              <a:defRPr sz="1050" b="1">
                <a:solidFill>
                  <a:srgbClr val="55BDD8"/>
                </a:solidFill>
              </a:defRPr>
            </a:lvl3pPr>
            <a:lvl4pPr>
              <a:defRPr sz="1050" b="1">
                <a:solidFill>
                  <a:srgbClr val="55BDD8"/>
                </a:solidFill>
              </a:defRPr>
            </a:lvl4pPr>
            <a:lvl5pPr>
              <a:defRPr sz="1050" b="1">
                <a:solidFill>
                  <a:srgbClr val="55BDD8"/>
                </a:solidFill>
              </a:defRPr>
            </a:lvl5pPr>
            <a:lvl6pPr>
              <a:defRPr sz="1050" b="1">
                <a:solidFill>
                  <a:srgbClr val="55BDD8"/>
                </a:solidFill>
              </a:defRPr>
            </a:lvl6pPr>
            <a:lvl7pPr>
              <a:defRPr sz="1050" b="1">
                <a:solidFill>
                  <a:srgbClr val="55BDD8"/>
                </a:solidFill>
              </a:defRPr>
            </a:lvl7pPr>
            <a:lvl8pPr>
              <a:defRPr sz="1050" b="1">
                <a:solidFill>
                  <a:srgbClr val="55BDD8"/>
                </a:solidFill>
              </a:defRPr>
            </a:lvl8pPr>
            <a:lvl9pPr>
              <a:defRPr sz="1050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55BDD8"/>
                </a:solidFill>
              </a:defRPr>
            </a:pPr>
            <a:r>
              <a:rPr sz="1050" b="1">
                <a:solidFill>
                  <a:srgbClr val="55BDD8"/>
                </a:solidFill>
              </a:rPr>
              <a:t>สถานะปัจจุบัน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244F61-4648-4B78-A436-1055D667E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448300"/>
            <a:ext cx="4591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FFFFFF"/>
                </a:solidFill>
              </a:defRPr>
            </a:defPPr>
            <a:lvl1pPr>
              <a:defRPr sz="1050" b="1">
                <a:solidFill>
                  <a:srgbClr val="FFFFFF"/>
                </a:solidFill>
              </a:defRPr>
            </a:lvl1pPr>
            <a:lvl2pPr>
              <a:defRPr sz="1050" b="1">
                <a:solidFill>
                  <a:srgbClr val="FFFFFF"/>
                </a:solidFill>
              </a:defRPr>
            </a:lvl2pPr>
            <a:lvl3pPr>
              <a:defRPr sz="1050" b="1">
                <a:solidFill>
                  <a:srgbClr val="FFFFFF"/>
                </a:solidFill>
              </a:defRPr>
            </a:lvl3pPr>
            <a:lvl4pPr>
              <a:defRPr sz="1050" b="1">
                <a:solidFill>
                  <a:srgbClr val="FFFFFF"/>
                </a:solidFill>
              </a:defRPr>
            </a:lvl4pPr>
            <a:lvl5pPr>
              <a:defRPr sz="1050" b="1">
                <a:solidFill>
                  <a:srgbClr val="FFFFFF"/>
                </a:solidFill>
              </a:defRPr>
            </a:lvl5pPr>
            <a:lvl6pPr>
              <a:defRPr sz="1050" b="1">
                <a:solidFill>
                  <a:srgbClr val="FFFFFF"/>
                </a:solidFill>
              </a:defRPr>
            </a:lvl6pPr>
            <a:lvl7pPr>
              <a:defRPr sz="1050" b="1">
                <a:solidFill>
                  <a:srgbClr val="FFFFFF"/>
                </a:solidFill>
              </a:defRPr>
            </a:lvl7pPr>
            <a:lvl8pPr>
              <a:defRPr sz="1050" b="1">
                <a:solidFill>
                  <a:srgbClr val="FFFFFF"/>
                </a:solidFill>
              </a:defRPr>
            </a:lvl8pPr>
            <a:lvl9pPr>
              <a:defRPr sz="10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ยังไม่ได้รับหัวข้อโครงงานอย่างเป็นทางการ และจะกำหนดร่วมกับพนักงานที่ปรึกษา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2CEDE4-FE22-4211-A498-45E2580A4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1150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A3B82"/>
                </a:solidFill>
              </a:defRPr>
            </a:defPPr>
            <a:lvl1pPr>
              <a:defRPr sz="1800" b="1">
                <a:solidFill>
                  <a:srgbClr val="0A3B82"/>
                </a:solidFill>
              </a:defRPr>
            </a:lvl1pPr>
            <a:lvl2pPr>
              <a:defRPr sz="1800" b="1">
                <a:solidFill>
                  <a:srgbClr val="0A3B82"/>
                </a:solidFill>
              </a:defRPr>
            </a:lvl2pPr>
            <a:lvl3pPr>
              <a:defRPr sz="1800" b="1">
                <a:solidFill>
                  <a:srgbClr val="0A3B82"/>
                </a:solidFill>
              </a:defRPr>
            </a:lvl3pPr>
            <a:lvl4pPr>
              <a:defRPr sz="1800" b="1">
                <a:solidFill>
                  <a:srgbClr val="0A3B82"/>
                </a:solidFill>
              </a:defRPr>
            </a:lvl4pPr>
            <a:lvl5pPr>
              <a:defRPr sz="1800" b="1">
                <a:solidFill>
                  <a:srgbClr val="0A3B82"/>
                </a:solidFill>
              </a:defRPr>
            </a:lvl5pPr>
            <a:lvl6pPr>
              <a:defRPr sz="1800" b="1">
                <a:solidFill>
                  <a:srgbClr val="0A3B82"/>
                </a:solidFill>
              </a:defRPr>
            </a:lvl6pPr>
            <a:lvl7pPr>
              <a:defRPr sz="1800" b="1">
                <a:solidFill>
                  <a:srgbClr val="0A3B82"/>
                </a:solidFill>
              </a:defRPr>
            </a:lvl7pPr>
            <a:lvl8pPr>
              <a:defRPr sz="1800" b="1">
                <a:solidFill>
                  <a:srgbClr val="0A3B82"/>
                </a:solidFill>
              </a:defRPr>
            </a:lvl8pPr>
            <a:lvl9pPr>
              <a:defRPr sz="180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A3B82"/>
                </a:solidFill>
              </a:defRPr>
            </a:pPr>
            <a:r>
              <a:rPr sz="1800" b="1">
                <a:solidFill>
                  <a:srgbClr val="0A3B82"/>
                </a:solidFill>
              </a:rPr>
              <a:t>ขอบคุณครับ</a:t>
            </a:r>
          </a:p>
        </p:txBody>
      </p:sp>
    </p:spTree>
    <p:extLst>
      <p:ext uri="{BB962C8B-B14F-4D97-AF65-F5344CB8AC3E}">
        <p14:creationId xmlns:p14="http://schemas.microsoft.com/office/powerpoint/2010/main" val="10065345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2026-10-20T21:14:32.3960000Z</dcterms:created>
  <dcterms:modified xsi:type="dcterms:W3CDTF">2026-10-20T21:14:32.3960000Z</dcterms:modified>
</coreProperties>
</file>