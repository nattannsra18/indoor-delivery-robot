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cca855b1e74ed4" /><Relationship Type="http://schemas.openxmlformats.org/officeDocument/2006/relationships/extended-properties" Target="/docProps/app.xml" Id="Rde19bb1c84884aac" /><Relationship Type="http://schemas.openxmlformats.org/officeDocument/2006/relationships/officeDocument" Target="/ppt/presentation.xml" Id="R3696ad2914fd45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c4d283fe4546c1"/>
  </p:sldMasterIdLst>
  <p:notesMasterIdLst>
    <p:notesMasterId xmlns:r="http://schemas.openxmlformats.org/officeDocument/2006/relationships" r:id="Rc18868486dce4702"/>
  </p:notesMasterIdLst>
  <p:sldIdLst>
    <p:sldId xmlns:r="http://schemas.openxmlformats.org/officeDocument/2006/relationships" id="256" r:id="R7607062d610a48ed"/>
    <p:sldId xmlns:r="http://schemas.openxmlformats.org/officeDocument/2006/relationships" id="257" r:id="R5d1becac74584aeb"/>
    <p:sldId xmlns:r="http://schemas.openxmlformats.org/officeDocument/2006/relationships" id="258" r:id="R203bac24062142e0"/>
    <p:sldId xmlns:r="http://schemas.openxmlformats.org/officeDocument/2006/relationships" id="259" r:id="R83e57394a35b4d64"/>
    <p:sldId xmlns:r="http://schemas.openxmlformats.org/officeDocument/2006/relationships" id="260" r:id="R0337af55426b4e06"/>
    <p:sldId xmlns:r="http://schemas.openxmlformats.org/officeDocument/2006/relationships" id="261" r:id="R1788f0b562584168"/>
    <p:sldId xmlns:r="http://schemas.openxmlformats.org/officeDocument/2006/relationships" id="262" r:id="Rb2fecad7bed04025"/>
    <p:sldId xmlns:r="http://schemas.openxmlformats.org/officeDocument/2006/relationships" id="263" r:id="Rb3c9e83c2b1b4113"/>
    <p:sldId xmlns:r="http://schemas.openxmlformats.org/officeDocument/2006/relationships" id="264" r:id="R2079ff89afcb497d"/>
    <p:sldId xmlns:r="http://schemas.openxmlformats.org/officeDocument/2006/relationships" id="265" r:id="R32f5c699b8d44a31"/>
    <p:sldId xmlns:r="http://schemas.openxmlformats.org/officeDocument/2006/relationships" id="266" r:id="Re9888b21b334494c"/>
    <p:sldId xmlns:r="http://schemas.openxmlformats.org/officeDocument/2006/relationships" id="267" r:id="R38a8384969384291"/>
    <p:sldId xmlns:r="http://schemas.openxmlformats.org/officeDocument/2006/relationships" id="268" r:id="Re0bd7ac42b3b4cff"/>
    <p:sldId xmlns:r="http://schemas.openxmlformats.org/officeDocument/2006/relationships" id="269" r:id="Ra41ec6310fd442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6a2b7b9eab4207" /><Relationship Type="http://schemas.openxmlformats.org/officeDocument/2006/relationships/slideMaster" Target="/ppt/slideMasters/slideMaster1.xml" Id="Rd7c4d283fe4546c1" /><Relationship Type="http://schemas.openxmlformats.org/officeDocument/2006/relationships/notesMaster" Target="/ppt/notesMasters/notesMaster1.xml" Id="Rc18868486dce4702" /><Relationship Type="http://schemas.openxmlformats.org/officeDocument/2006/relationships/presProps" Target="/ppt/presProps.xml" Id="R59195e5444584e6b" /><Relationship Type="http://schemas.openxmlformats.org/officeDocument/2006/relationships/tableStyles" Target="/ppt/tableStyles.xml" Id="R25490f9bde3f4a2e" /><Relationship Type="http://schemas.openxmlformats.org/officeDocument/2006/relationships/slide" Target="/ppt/slides/slide1.xml" Id="R7607062d610a48ed" /><Relationship Type="http://schemas.openxmlformats.org/officeDocument/2006/relationships/slide" Target="/ppt/slides/slide2.xml" Id="R5d1becac74584aeb" /><Relationship Type="http://schemas.openxmlformats.org/officeDocument/2006/relationships/slide" Target="/ppt/slides/slide3.xml" Id="R203bac24062142e0" /><Relationship Type="http://schemas.openxmlformats.org/officeDocument/2006/relationships/slide" Target="/ppt/slides/slide4.xml" Id="R83e57394a35b4d64" /><Relationship Type="http://schemas.openxmlformats.org/officeDocument/2006/relationships/slide" Target="/ppt/slides/slide5.xml" Id="R0337af55426b4e06" /><Relationship Type="http://schemas.openxmlformats.org/officeDocument/2006/relationships/slide" Target="/ppt/slides/slide6.xml" Id="R1788f0b562584168" /><Relationship Type="http://schemas.openxmlformats.org/officeDocument/2006/relationships/slide" Target="/ppt/slides/slide7.xml" Id="Rb2fecad7bed04025" /><Relationship Type="http://schemas.openxmlformats.org/officeDocument/2006/relationships/slide" Target="/ppt/slides/slide8.xml" Id="Rb3c9e83c2b1b4113" /><Relationship Type="http://schemas.openxmlformats.org/officeDocument/2006/relationships/slide" Target="/ppt/slides/slide9.xml" Id="R2079ff89afcb497d" /><Relationship Type="http://schemas.openxmlformats.org/officeDocument/2006/relationships/slide" Target="/ppt/slides/slide10.xml" Id="R32f5c699b8d44a31" /><Relationship Type="http://schemas.openxmlformats.org/officeDocument/2006/relationships/slide" Target="/ppt/slides/slide11.xml" Id="Re9888b21b334494c" /><Relationship Type="http://schemas.openxmlformats.org/officeDocument/2006/relationships/slide" Target="/ppt/slides/slide12.xml" Id="R38a8384969384291" /><Relationship Type="http://schemas.openxmlformats.org/officeDocument/2006/relationships/slide" Target="/ppt/slides/slide13.xml" Id="Re0bd7ac42b3b4cff" /><Relationship Type="http://schemas.openxmlformats.org/officeDocument/2006/relationships/slide" Target="/ppt/slides/slide14.xml" Id="Ra41ec6310fd442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926022799f47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998153367243a3" /><Relationship Type="http://schemas.openxmlformats.org/officeDocument/2006/relationships/notesMaster" Target="/ppt/notesMasters/notesMaster1.xml" Id="Rafa1795470254c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cd2a74f54d499f" /><Relationship Type="http://schemas.openxmlformats.org/officeDocument/2006/relationships/notesMaster" Target="/ppt/notesMasters/notesMaster1.xml" Id="Rc26cbda1b7ca4f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69805aac50441e" /><Relationship Type="http://schemas.openxmlformats.org/officeDocument/2006/relationships/notesMaster" Target="/ppt/notesMasters/notesMaster1.xml" Id="R670237c17f5346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6ce5ea7f484ec0" /><Relationship Type="http://schemas.openxmlformats.org/officeDocument/2006/relationships/notesMaster" Target="/ppt/notesMasters/notesMaster1.xml" Id="R6819559207454b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abf58f978c481a" /><Relationship Type="http://schemas.openxmlformats.org/officeDocument/2006/relationships/notesMaster" Target="/ppt/notesMasters/notesMaster1.xml" Id="R2b4f727fee154f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23d93287584bb6" /><Relationship Type="http://schemas.openxmlformats.org/officeDocument/2006/relationships/notesMaster" Target="/ppt/notesMasters/notesMaster1.xml" Id="R0c5a7759e7e343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d1fa0e345d4cd8" /><Relationship Type="http://schemas.openxmlformats.org/officeDocument/2006/relationships/notesMaster" Target="/ppt/notesMasters/notesMaster1.xml" Id="R92bd658343e84b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3e10ebade94990" /><Relationship Type="http://schemas.openxmlformats.org/officeDocument/2006/relationships/notesMaster" Target="/ppt/notesMasters/notesMaster1.xml" Id="Rda62db1588a441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a3c3c00bb44be1" /><Relationship Type="http://schemas.openxmlformats.org/officeDocument/2006/relationships/notesMaster" Target="/ppt/notesMasters/notesMaster1.xml" Id="R15e89514d7ec4e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0e1a899e7645a5" /><Relationship Type="http://schemas.openxmlformats.org/officeDocument/2006/relationships/notesMaster" Target="/ppt/notesMasters/notesMaster1.xml" Id="Ra2ee646dcb0d46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d8bc574e7c4b4c" /><Relationship Type="http://schemas.openxmlformats.org/officeDocument/2006/relationships/notesMaster" Target="/ppt/notesMasters/notesMaster1.xml" Id="Rd72487d38c1248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8d9a1918a3470e" /><Relationship Type="http://schemas.openxmlformats.org/officeDocument/2006/relationships/notesMaster" Target="/ppt/notesMasters/notesMaster1.xml" Id="R81a1e43fcf344a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79e3c36aa64074" /><Relationship Type="http://schemas.openxmlformats.org/officeDocument/2006/relationships/notesMaster" Target="/ppt/notesMasters/notesMaster1.xml" Id="R8598d361a4ee484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302872e6ee403e" /><Relationship Type="http://schemas.openxmlformats.org/officeDocument/2006/relationships/notesMaster" Target="/ppt/notesMasters/notesMaster1.xml" Id="R6634de76bf9948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0e311860194bb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5660938e5c46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1e12d2df98430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7b2c138b554bb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d67c7c92a04a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8747ff956f43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259EDE-1F5E-4392-81A0-3C22EDA6E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6FA674-3EFD-463A-8D3D-ECE72A8AD0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7C2C3BD-5F07-4848-8F8B-B15BC40444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AFFA289-F235-4603-80D9-86B71A37F5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22E0724-6424-47DB-BE36-7E54370CD5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FFF5990-7D10-4D7F-BF39-247B27B3C4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38BCC9-30DB-4DED-8F58-D407A39F6A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C506200-F16D-4EC9-BD6C-0C2CF8E0B5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8B7E9D-7D1E-4FE9-B927-A6DEBFDE35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49FFBF-2502-4CBA-A383-2716496D01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f52df6bace451f" /><Relationship Type="http://schemas.openxmlformats.org/officeDocument/2006/relationships/slideLayout" Target="/ppt/slideLayouts/slideLayout1.xml" Id="Rd95eaf02b5a44ae5" /><Relationship Type="http://schemas.openxmlformats.org/officeDocument/2006/relationships/slideLayout" Target="/ppt/slideLayouts/slideLayout2.xml" Id="R51d649ed85f64830" /><Relationship Type="http://schemas.openxmlformats.org/officeDocument/2006/relationships/slideLayout" Target="/ppt/slideLayouts/slideLayout3.xml" Id="Raf8df3919d684e3b" /><Relationship Type="http://schemas.openxmlformats.org/officeDocument/2006/relationships/slideLayout" Target="/ppt/slideLayouts/slideLayout4.xml" Id="R6441a71cc06c43fa" /><Relationship Type="http://schemas.openxmlformats.org/officeDocument/2006/relationships/slideLayout" Target="/ppt/slideLayouts/slideLayout5.xml" Id="Rfd838ee83b18473a" /><Relationship Type="http://schemas.openxmlformats.org/officeDocument/2006/relationships/slideLayout" Target="/ppt/slideLayouts/slideLayout6.xml" Id="Ree01135bcb5749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5eaf02b5a44ae5"/>
    <p:sldLayoutId xmlns:r="http://schemas.openxmlformats.org/officeDocument/2006/relationships" id="2147483650" r:id="R51d649ed85f64830"/>
    <p:sldLayoutId xmlns:r="http://schemas.openxmlformats.org/officeDocument/2006/relationships" id="2147483651" r:id="Raf8df3919d684e3b"/>
    <p:sldLayoutId xmlns:r="http://schemas.openxmlformats.org/officeDocument/2006/relationships" id="2147483652" r:id="R6441a71cc06c43fa"/>
    <p:sldLayoutId xmlns:r="http://schemas.openxmlformats.org/officeDocument/2006/relationships" id="2147483653" r:id="Rfd838ee83b18473a"/>
    <p:sldLayoutId xmlns:r="http://schemas.openxmlformats.org/officeDocument/2006/relationships" id="2147483654" r:id="Ree01135bcb5749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bcf9505f964e89" /><Relationship Type="http://schemas.openxmlformats.org/officeDocument/2006/relationships/notesSlide" Target="/ppt/notesSlides/notesSlide1.xml" Id="R35e5baed66c547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828880ef754313" /><Relationship Type="http://schemas.openxmlformats.org/officeDocument/2006/relationships/notesSlide" Target="/ppt/notesSlides/notesSlide2.xml" Id="R93c23dc017e046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0bf661a925463b" /><Relationship Type="http://schemas.openxmlformats.org/officeDocument/2006/relationships/notesSlide" Target="/ppt/notesSlides/notesSlide3.xml" Id="R298a1f7f1d5d44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9c858a266b4d10" /><Relationship Type="http://schemas.openxmlformats.org/officeDocument/2006/relationships/image" Target="/ppt/media/image.png" Id="R05e80472c64144e0" /><Relationship Type="http://schemas.openxmlformats.org/officeDocument/2006/relationships/notesSlide" Target="/ppt/notesSlides/notesSlide4.xml" Id="Red578cc2e3c548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51b2b4cc40423c" /><Relationship Type="http://schemas.openxmlformats.org/officeDocument/2006/relationships/image" Target="/ppt/media/image2.png" Id="R493f63a67f7a493b" /><Relationship Type="http://schemas.openxmlformats.org/officeDocument/2006/relationships/image" Target="/ppt/media/image3.png" Id="Raae8e80acdff499d" /><Relationship Type="http://schemas.openxmlformats.org/officeDocument/2006/relationships/notesSlide" Target="/ppt/notesSlides/notesSlide5.xml" Id="R9ae3589b6a3c43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5f6363f0e94980" /><Relationship Type="http://schemas.openxmlformats.org/officeDocument/2006/relationships/image" Target="/ppt/media/image4.png" Id="R081c6ca7559c4e1a" /><Relationship Type="http://schemas.openxmlformats.org/officeDocument/2006/relationships/notesSlide" Target="/ppt/notesSlides/notesSlide6.xml" Id="R2ec2a066d9974e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48fc1b1ea745ed" /><Relationship Type="http://schemas.openxmlformats.org/officeDocument/2006/relationships/image" Target="/ppt/media/image5.png" Id="R7e2b72efef864231" /><Relationship Type="http://schemas.openxmlformats.org/officeDocument/2006/relationships/notesSlide" Target="/ppt/notesSlides/notesSlide7.xml" Id="R86e2a02d2a9e48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c24b23c8394e60" /><Relationship Type="http://schemas.openxmlformats.org/officeDocument/2006/relationships/image" Target="/ppt/media/image6.png" Id="R9faf0acc9b7a48ee" /><Relationship Type="http://schemas.openxmlformats.org/officeDocument/2006/relationships/notesSlide" Target="/ppt/notesSlides/notesSlide8.xml" Id="Rae1f786e101843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461965dbad47b8" /><Relationship Type="http://schemas.openxmlformats.org/officeDocument/2006/relationships/image" Target="/ppt/media/image7.png" Id="R65e6cc9f59c24e77" /><Relationship Type="http://schemas.openxmlformats.org/officeDocument/2006/relationships/image" Target="/ppt/media/image8.png" Id="Re0a2b2beaf9949e4" /><Relationship Type="http://schemas.openxmlformats.org/officeDocument/2006/relationships/notesSlide" Target="/ppt/notesSlides/notesSlide9.xml" Id="R70b6b7fc69d6495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7e634881244971" /><Relationship Type="http://schemas.openxmlformats.org/officeDocument/2006/relationships/notesSlide" Target="/ppt/notesSlides/notesSlide10.xml" Id="Ra59bd3dbc20343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9a2bbe22664835" /><Relationship Type="http://schemas.openxmlformats.org/officeDocument/2006/relationships/image" Target="/ppt/media/image9.png" Id="Rcd9f946cdecb4216" /><Relationship Type="http://schemas.openxmlformats.org/officeDocument/2006/relationships/image" Target="/ppt/media/image10.png" Id="R6d5144a77ea1402c" /><Relationship Type="http://schemas.openxmlformats.org/officeDocument/2006/relationships/notesSlide" Target="/ppt/notesSlides/notesSlide11.xml" Id="R4b0191ae3eed49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bc8d6d3fed449c" /><Relationship Type="http://schemas.openxmlformats.org/officeDocument/2006/relationships/image" Target="/ppt/media/image11.png" Id="R788df6c900464638" /><Relationship Type="http://schemas.openxmlformats.org/officeDocument/2006/relationships/image" Target="/ppt/media/image12.png" Id="Rea4fc611025f436e" /><Relationship Type="http://schemas.openxmlformats.org/officeDocument/2006/relationships/notesSlide" Target="/ppt/notesSlides/notesSlide12.xml" Id="Rec38f5b0056e4b4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7cacf725bf49eb" /><Relationship Type="http://schemas.openxmlformats.org/officeDocument/2006/relationships/image" Target="/ppt/media/image13.png" Id="Rd0204755b8c34ab1" /><Relationship Type="http://schemas.openxmlformats.org/officeDocument/2006/relationships/notesSlide" Target="/ppt/notesSlides/notesSlide13.xml" Id="R384740131add41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e44e6314e445ba" /><Relationship Type="http://schemas.openxmlformats.org/officeDocument/2006/relationships/notesSlide" Target="/ppt/notesSlides/notesSlide14.xml" Id="Ra6357726c3db47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3BD0D-B3EE-4C86-B54A-1E3E4D6B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E2166-F21F-41A2-BA8B-FBBA11DD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76200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B3423-04DE-49DD-92C9-7E6C2E69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001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78BE"/>
                </a:solidFill>
              </a:defRPr>
            </a:defPPr>
            <a:lvl1pPr>
              <a:defRPr sz="1200" b="1">
                <a:solidFill>
                  <a:srgbClr val="1678BE"/>
                </a:solidFill>
              </a:defRPr>
            </a:lvl1pPr>
            <a:lvl2pPr>
              <a:defRPr sz="1200" b="1">
                <a:solidFill>
                  <a:srgbClr val="1678BE"/>
                </a:solidFill>
              </a:defRPr>
            </a:lvl2pPr>
            <a:lvl3pPr>
              <a:defRPr sz="1200" b="1">
                <a:solidFill>
                  <a:srgbClr val="1678BE"/>
                </a:solidFill>
              </a:defRPr>
            </a:lvl3pPr>
            <a:lvl4pPr>
              <a:defRPr sz="1200" b="1">
                <a:solidFill>
                  <a:srgbClr val="1678BE"/>
                </a:solidFill>
              </a:defRPr>
            </a:lvl4pPr>
            <a:lvl5pPr>
              <a:defRPr sz="1200" b="1">
                <a:solidFill>
                  <a:srgbClr val="1678BE"/>
                </a:solidFill>
              </a:defRPr>
            </a:lvl5pPr>
            <a:lvl6pPr>
              <a:defRPr sz="1200" b="1">
                <a:solidFill>
                  <a:srgbClr val="1678BE"/>
                </a:solidFill>
              </a:defRPr>
            </a:lvl6pPr>
            <a:lvl7pPr>
              <a:defRPr sz="1200" b="1">
                <a:solidFill>
                  <a:srgbClr val="1678BE"/>
                </a:solidFill>
              </a:defRPr>
            </a:lvl7pPr>
            <a:lvl8pPr>
              <a:defRPr sz="1200" b="1">
                <a:solidFill>
                  <a:srgbClr val="1678BE"/>
                </a:solidFill>
              </a:defRPr>
            </a:lvl8pPr>
            <a:lvl9pPr>
              <a:defRPr sz="12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678BE"/>
                </a:solidFill>
              </a:defRPr>
            </a:pPr>
            <a:r>
              <a:rPr sz="1200" b="1">
                <a:solidFill>
                  <a:srgbClr val="1678BE"/>
                </a:solidFill>
              </a:rPr>
              <a:t>โครงงานสหกิจศึกษา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1555D-9B4E-4052-AC4D-CADBA202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57300"/>
            <a:ext cx="8096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0A3B82"/>
                </a:solidFill>
              </a:defRPr>
            </a:defPPr>
            <a:lvl1pPr>
              <a:defRPr sz="3225" b="1">
                <a:solidFill>
                  <a:srgbClr val="0A3B82"/>
                </a:solidFill>
              </a:defRPr>
            </a:lvl1pPr>
            <a:lvl2pPr>
              <a:defRPr sz="3225" b="1">
                <a:solidFill>
                  <a:srgbClr val="0A3B82"/>
                </a:solidFill>
              </a:defRPr>
            </a:lvl2pPr>
            <a:lvl3pPr>
              <a:defRPr sz="3225" b="1">
                <a:solidFill>
                  <a:srgbClr val="0A3B82"/>
                </a:solidFill>
              </a:defRPr>
            </a:lvl3pPr>
            <a:lvl4pPr>
              <a:defRPr sz="3225" b="1">
                <a:solidFill>
                  <a:srgbClr val="0A3B82"/>
                </a:solidFill>
              </a:defRPr>
            </a:lvl4pPr>
            <a:lvl5pPr>
              <a:defRPr sz="3225" b="1">
                <a:solidFill>
                  <a:srgbClr val="0A3B82"/>
                </a:solidFill>
              </a:defRPr>
            </a:lvl5pPr>
            <a:lvl6pPr>
              <a:defRPr sz="3225" b="1">
                <a:solidFill>
                  <a:srgbClr val="0A3B82"/>
                </a:solidFill>
              </a:defRPr>
            </a:lvl6pPr>
            <a:lvl7pPr>
              <a:defRPr sz="3225" b="1">
                <a:solidFill>
                  <a:srgbClr val="0A3B82"/>
                </a:solidFill>
              </a:defRPr>
            </a:lvl7pPr>
            <a:lvl8pPr>
              <a:defRPr sz="3225" b="1">
                <a:solidFill>
                  <a:srgbClr val="0A3B82"/>
                </a:solidFill>
              </a:defRPr>
            </a:lvl8pPr>
            <a:lvl9pPr>
              <a:defRPr sz="32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0A3B82"/>
                </a:solidFill>
              </a:defRPr>
            </a:pPr>
            <a:r>
              <a:rPr sz="3225" b="1">
                <a:solidFill>
                  <a:srgbClr val="0A3B82"/>
                </a:solidFill>
              </a:rPr>
              <a:t>ระบบหุ่นยนต์เคลื่อนที่อัตโนมัติ</a:t>
            </a:r>
          </a:p>
          <a:p xmlns:a="http://schemas.openxmlformats.org/drawingml/2006/main">
            <a:pPr>
              <a:defRPr sz="3225" b="1">
                <a:solidFill>
                  <a:srgbClr val="0A3B82"/>
                </a:solidFill>
              </a:defRPr>
            </a:pPr>
            <a:r>
              <a:rPr sz="3225" b="1">
                <a:solidFill>
                  <a:srgbClr val="0A3B82"/>
                </a:solidFill>
              </a:rPr>
              <a:t>สำหรับรับส่งสิ่งของภายในอาคารผ่านเว็บ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132A4-65C2-41E9-AEDB-37BE95A5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670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5718F"/>
                </a:solidFill>
              </a:defRPr>
            </a:defPPr>
            <a:lvl1pPr>
              <a:defRPr sz="1425" b="0">
                <a:solidFill>
                  <a:srgbClr val="55718F"/>
                </a:solidFill>
              </a:defRPr>
            </a:lvl1pPr>
            <a:lvl2pPr>
              <a:defRPr sz="1425" b="0">
                <a:solidFill>
                  <a:srgbClr val="55718F"/>
                </a:solidFill>
              </a:defRPr>
            </a:lvl2pPr>
            <a:lvl3pPr>
              <a:defRPr sz="1425" b="0">
                <a:solidFill>
                  <a:srgbClr val="55718F"/>
                </a:solidFill>
              </a:defRPr>
            </a:lvl3pPr>
            <a:lvl4pPr>
              <a:defRPr sz="1425" b="0">
                <a:solidFill>
                  <a:srgbClr val="55718F"/>
                </a:solidFill>
              </a:defRPr>
            </a:lvl4pPr>
            <a:lvl5pPr>
              <a:defRPr sz="1425" b="0">
                <a:solidFill>
                  <a:srgbClr val="55718F"/>
                </a:solidFill>
              </a:defRPr>
            </a:lvl5pPr>
            <a:lvl6pPr>
              <a:defRPr sz="1425" b="0">
                <a:solidFill>
                  <a:srgbClr val="55718F"/>
                </a:solidFill>
              </a:defRPr>
            </a:lvl6pPr>
            <a:lvl7pPr>
              <a:defRPr sz="1425" b="0">
                <a:solidFill>
                  <a:srgbClr val="55718F"/>
                </a:solidFill>
              </a:defRPr>
            </a:lvl7pPr>
            <a:lvl8pPr>
              <a:defRPr sz="1425" b="0">
                <a:solidFill>
                  <a:srgbClr val="55718F"/>
                </a:solidFill>
              </a:defRPr>
            </a:lvl8pPr>
            <a:lvl9pPr>
              <a:defRPr sz="14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5718F"/>
                </a:solidFill>
              </a:defRPr>
            </a:pPr>
            <a:r>
              <a:rPr sz="1425" b="0">
                <a:solidFill>
                  <a:srgbClr val="55718F"/>
                </a:solidFill>
              </a:rPr>
              <a:t>Web-Based Indoor Autonomous Delivery Robot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68CAB-D373-4D3A-9907-1BEEE48F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5003C4-5D97-438A-AB17-BF23D803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02A43"/>
                </a:solidFill>
              </a:defRPr>
            </a:defPPr>
            <a:lvl1pPr>
              <a:defRPr sz="1500" b="1">
                <a:solidFill>
                  <a:srgbClr val="102A43"/>
                </a:solidFill>
              </a:defRPr>
            </a:lvl1pPr>
            <a:lvl2pPr>
              <a:defRPr sz="1500" b="1">
                <a:solidFill>
                  <a:srgbClr val="102A43"/>
                </a:solidFill>
              </a:defRPr>
            </a:lvl2pPr>
            <a:lvl3pPr>
              <a:defRPr sz="1500" b="1">
                <a:solidFill>
                  <a:srgbClr val="102A43"/>
                </a:solidFill>
              </a:defRPr>
            </a:lvl3pPr>
            <a:lvl4pPr>
              <a:defRPr sz="1500" b="1">
                <a:solidFill>
                  <a:srgbClr val="102A43"/>
                </a:solidFill>
              </a:defRPr>
            </a:lvl4pPr>
            <a:lvl5pPr>
              <a:defRPr sz="1500" b="1">
                <a:solidFill>
                  <a:srgbClr val="102A43"/>
                </a:solidFill>
              </a:defRPr>
            </a:lvl5pPr>
            <a:lvl6pPr>
              <a:defRPr sz="1500" b="1">
                <a:solidFill>
                  <a:srgbClr val="102A43"/>
                </a:solidFill>
              </a:defRPr>
            </a:lvl6pPr>
            <a:lvl7pPr>
              <a:defRPr sz="1500" b="1">
                <a:solidFill>
                  <a:srgbClr val="102A43"/>
                </a:solidFill>
              </a:defRPr>
            </a:lvl7pPr>
            <a:lvl8pPr>
              <a:defRPr sz="1500" b="1">
                <a:solidFill>
                  <a:srgbClr val="102A43"/>
                </a:solidFill>
              </a:defRPr>
            </a:lvl8pPr>
            <a:lvl9pPr>
              <a:defRPr sz="15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ณัฐนนท์ สีระศรี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B4D67-8B2E-418C-8B8C-BDD73A23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053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วิศวกรรมคอมพิวเตอร์  •  นำเสนอ 7 นาที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9A0EE-2A2C-4F32-82CB-FBEF9E70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62000"/>
            <a:ext cx="2333625" cy="2333625"/>
          </a:xfrm>
          <a:prstGeom xmlns:a="http://schemas.openxmlformats.org/drawingml/2006/main" prst="roundRect">
            <a:avLst>
              <a:gd name="adj" fmla="val 49796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95047-45D6-47D6-86F5-7DADF56E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447800"/>
            <a:ext cx="962025" cy="962025"/>
          </a:xfrm>
          <a:prstGeom xmlns:a="http://schemas.openxmlformats.org/drawingml/2006/main" prst="roundRect">
            <a:avLst>
              <a:gd name="adj" fmla="val 49505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FBA05-4676-49FB-AFAC-39078380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394335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0D026B-70F6-4233-9F2E-45C62C16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10150"/>
            <a:ext cx="19812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09291-60A9-4C36-8E62-24C81D5D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53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HARDWARE  ×  ROS 2  ×  WEB</a:t>
            </a:r>
          </a:p>
        </p:txBody>
      </p:sp>
    </p:spTree>
    <p:extLst>
      <p:ext uri="{BB962C8B-B14F-4D97-AF65-F5344CB8AC3E}">
        <p14:creationId xmlns:p14="http://schemas.microsoft.com/office/powerpoint/2010/main" val="14391588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D40460-E459-4B04-A2E0-E668D043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73EB6-107F-4910-AD3F-6EE885E9B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D0748-5E37-4C2C-8313-691D8D74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A3B82"/>
                </a:solidFill>
              </a:defRPr>
            </a:defPPr>
            <a:lvl1pPr>
              <a:defRPr sz="2550" b="1">
                <a:solidFill>
                  <a:srgbClr val="0A3B82"/>
                </a:solidFill>
              </a:defRPr>
            </a:lvl1pPr>
            <a:lvl2pPr>
              <a:defRPr sz="2550" b="1">
                <a:solidFill>
                  <a:srgbClr val="0A3B82"/>
                </a:solidFill>
              </a:defRPr>
            </a:lvl2pPr>
            <a:lvl3pPr>
              <a:defRPr sz="2550" b="1">
                <a:solidFill>
                  <a:srgbClr val="0A3B82"/>
                </a:solidFill>
              </a:defRPr>
            </a:lvl3pPr>
            <a:lvl4pPr>
              <a:defRPr sz="2550" b="1">
                <a:solidFill>
                  <a:srgbClr val="0A3B82"/>
                </a:solidFill>
              </a:defRPr>
            </a:lvl4pPr>
            <a:lvl5pPr>
              <a:defRPr sz="2550" b="1">
                <a:solidFill>
                  <a:srgbClr val="0A3B82"/>
                </a:solidFill>
              </a:defRPr>
            </a:lvl5pPr>
            <a:lvl6pPr>
              <a:defRPr sz="2550" b="1">
                <a:solidFill>
                  <a:srgbClr val="0A3B82"/>
                </a:solidFill>
              </a:defRPr>
            </a:lvl6pPr>
            <a:lvl7pPr>
              <a:defRPr sz="2550" b="1">
                <a:solidFill>
                  <a:srgbClr val="0A3B82"/>
                </a:solidFill>
              </a:defRPr>
            </a:lvl7pPr>
            <a:lvl8pPr>
              <a:defRPr sz="2550" b="1">
                <a:solidFill>
                  <a:srgbClr val="0A3B82"/>
                </a:solidFill>
              </a:defRPr>
            </a:lvl8pPr>
            <a:lvl9pPr>
              <a:defRPr sz="25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A3B82"/>
                </a:solidFill>
              </a:defRPr>
            </a:pPr>
            <a:r>
              <a:rPr sz="2550" b="1">
                <a:solidFill>
                  <a:srgbClr val="0A3B82"/>
                </a:solidFill>
              </a:rPr>
              <a:t>ที่มาและความสำคัญ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12D98-2EF6-4D7D-A49F-62893D1C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A9AE3-7D51-4829-9132-9B308C7C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2001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จากการเคลื่อนที่ สู่กระบวนการภารกิจที่ติดตามได้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9D4EA-9E5C-425B-BF03-0EB2B0F0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5718F"/>
                </a:solidFill>
              </a:defRPr>
            </a:defPPr>
            <a:lvl1pPr>
              <a:defRPr sz="750" b="0">
                <a:solidFill>
                  <a:srgbClr val="55718F"/>
                </a:solidFill>
              </a:defRPr>
            </a:lvl1pPr>
            <a:lvl2pPr>
              <a:defRPr sz="750" b="0">
                <a:solidFill>
                  <a:srgbClr val="55718F"/>
                </a:solidFill>
              </a:defRPr>
            </a:lvl2pPr>
            <a:lvl3pPr>
              <a:defRPr sz="750" b="0">
                <a:solidFill>
                  <a:srgbClr val="55718F"/>
                </a:solidFill>
              </a:defRPr>
            </a:lvl3pPr>
            <a:lvl4pPr>
              <a:defRPr sz="750" b="0">
                <a:solidFill>
                  <a:srgbClr val="55718F"/>
                </a:solidFill>
              </a:defRPr>
            </a:lvl4pPr>
            <a:lvl5pPr>
              <a:defRPr sz="750" b="0">
                <a:solidFill>
                  <a:srgbClr val="55718F"/>
                </a:solidFill>
              </a:defRPr>
            </a:lvl5pPr>
            <a:lvl6pPr>
              <a:defRPr sz="750" b="0">
                <a:solidFill>
                  <a:srgbClr val="55718F"/>
                </a:solidFill>
              </a:defRPr>
            </a:lvl6pPr>
            <a:lvl7pPr>
              <a:defRPr sz="750" b="0">
                <a:solidFill>
                  <a:srgbClr val="55718F"/>
                </a:solidFill>
              </a:defRPr>
            </a:lvl7pPr>
            <a:lvl8pPr>
              <a:defRPr sz="750" b="0">
                <a:solidFill>
                  <a:srgbClr val="55718F"/>
                </a:solidFill>
              </a:defRPr>
            </a:lvl8pPr>
            <a:lvl9pPr>
              <a:defRPr sz="750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5718F"/>
                </a:solidFill>
              </a:defRPr>
            </a:pPr>
            <a:r>
              <a:rPr sz="750" b="0">
                <a:solidFill>
                  <a:srgbClr val="55718F"/>
                </a:solidFill>
              </a:rPr>
              <a:t>Indoor Delivery Robot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E3C61-935E-4FC1-B398-C90BFFC5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02A43"/>
                </a:solidFill>
              </a:defRPr>
            </a:defPPr>
            <a:lvl1pPr>
              <a:defRPr sz="1875" b="1">
                <a:solidFill>
                  <a:srgbClr val="102A43"/>
                </a:solidFill>
              </a:defRPr>
            </a:lvl1pPr>
            <a:lvl2pPr>
              <a:defRPr sz="1875" b="1">
                <a:solidFill>
                  <a:srgbClr val="102A43"/>
                </a:solidFill>
              </a:defRPr>
            </a:lvl2pPr>
            <a:lvl3pPr>
              <a:defRPr sz="1875" b="1">
                <a:solidFill>
                  <a:srgbClr val="102A43"/>
                </a:solidFill>
              </a:defRPr>
            </a:lvl3pPr>
            <a:lvl4pPr>
              <a:defRPr sz="1875" b="1">
                <a:solidFill>
                  <a:srgbClr val="102A43"/>
                </a:solidFill>
              </a:defRPr>
            </a:lvl4pPr>
            <a:lvl5pPr>
              <a:defRPr sz="1875" b="1">
                <a:solidFill>
                  <a:srgbClr val="102A43"/>
                </a:solidFill>
              </a:defRPr>
            </a:lvl5pPr>
            <a:lvl6pPr>
              <a:defRPr sz="1875" b="1">
                <a:solidFill>
                  <a:srgbClr val="102A43"/>
                </a:solidFill>
              </a:defRPr>
            </a:lvl6pPr>
            <a:lvl7pPr>
              <a:defRPr sz="1875" b="1">
                <a:solidFill>
                  <a:srgbClr val="102A43"/>
                </a:solidFill>
              </a:defRPr>
            </a:lvl7pPr>
            <a:lvl8pPr>
              <a:defRPr sz="1875" b="1">
                <a:solidFill>
                  <a:srgbClr val="102A43"/>
                </a:solidFill>
              </a:defRPr>
            </a:lvl8pPr>
            <a:lvl9pPr>
              <a:defRPr sz="187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ปัญหาไม่ได้อยู่ที่ “หุ่นยนต์เดินได้หรือไม่” เพียงอย่างเดียว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4BAB6-DC84-447B-89A6-E44CD77F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5718F"/>
                </a:solidFill>
              </a:defRPr>
            </a:defPPr>
            <a:lvl1pPr>
              <a:defRPr sz="1275" b="0">
                <a:solidFill>
                  <a:srgbClr val="55718F"/>
                </a:solidFill>
              </a:defRPr>
            </a:lvl1pPr>
            <a:lvl2pPr>
              <a:defRPr sz="1275" b="0">
                <a:solidFill>
                  <a:srgbClr val="55718F"/>
                </a:solidFill>
              </a:defRPr>
            </a:lvl2pPr>
            <a:lvl3pPr>
              <a:defRPr sz="1275" b="0">
                <a:solidFill>
                  <a:srgbClr val="55718F"/>
                </a:solidFill>
              </a:defRPr>
            </a:lvl3pPr>
            <a:lvl4pPr>
              <a:defRPr sz="1275" b="0">
                <a:solidFill>
                  <a:srgbClr val="55718F"/>
                </a:solidFill>
              </a:defRPr>
            </a:lvl4pPr>
            <a:lvl5pPr>
              <a:defRPr sz="1275" b="0">
                <a:solidFill>
                  <a:srgbClr val="55718F"/>
                </a:solidFill>
              </a:defRPr>
            </a:lvl5pPr>
            <a:lvl6pPr>
              <a:defRPr sz="1275" b="0">
                <a:solidFill>
                  <a:srgbClr val="55718F"/>
                </a:solidFill>
              </a:defRPr>
            </a:lvl6pPr>
            <a:lvl7pPr>
              <a:defRPr sz="1275" b="0">
                <a:solidFill>
                  <a:srgbClr val="55718F"/>
                </a:solidFill>
              </a:defRPr>
            </a:lvl7pPr>
            <a:lvl8pPr>
              <a:defRPr sz="1275" b="0">
                <a:solidFill>
                  <a:srgbClr val="55718F"/>
                </a:solidFill>
              </a:defRPr>
            </a:lvl8pPr>
            <a:lvl9pPr>
              <a:defRPr sz="127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5718F"/>
                </a:solidFill>
              </a:defRPr>
            </a:pPr>
            <a:r>
              <a:rPr sz="1275" b="0">
                <a:solidFill>
                  <a:srgbClr val="55718F"/>
                </a:solidFill>
              </a:rPr>
              <a:t>ระบบจริงต้องเชื่อมการควบคุมฐาน เซนเซอร์ แผนที่ ตำแหน่ง การนำทาง และสถานะภารกิจให้เป็นภาพเดียวสำหรับผู้ใช้งาน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99DA7-BFB4-4B23-84A5-EC053D7A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76400"/>
            <a:ext cx="3476625" cy="1162050"/>
          </a:xfrm>
          <a:prstGeom xmlns:a="http://schemas.openxmlformats.org/drawingml/2006/main" prst="roundRect">
            <a:avLst>
              <a:gd name="adj" fmla="val 18033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7C300-429F-404F-A697-B4CA3CFA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14525"/>
            <a:ext cx="2876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FFFFF"/>
                </a:solidFill>
              </a:defRPr>
            </a:defPPr>
            <a:lvl1pPr>
              <a:defRPr sz="1575" b="1">
                <a:solidFill>
                  <a:srgbClr val="FFFFFF"/>
                </a:solidFill>
              </a:defRPr>
            </a:lvl1pPr>
            <a:lvl2pPr>
              <a:defRPr sz="1575" b="1">
                <a:solidFill>
                  <a:srgbClr val="FFFFFF"/>
                </a:solidFill>
              </a:defRPr>
            </a:lvl2pPr>
            <a:lvl3pPr>
              <a:defRPr sz="1575" b="1">
                <a:solidFill>
                  <a:srgbClr val="FFFFFF"/>
                </a:solidFill>
              </a:defRPr>
            </a:lvl3pPr>
            <a:lvl4pPr>
              <a:defRPr sz="1575" b="1">
                <a:solidFill>
                  <a:srgbClr val="FFFFFF"/>
                </a:solidFill>
              </a:defRPr>
            </a:lvl4pPr>
            <a:lvl5pPr>
              <a:defRPr sz="1575" b="1">
                <a:solidFill>
                  <a:srgbClr val="FFFFFF"/>
                </a:solidFill>
              </a:defRPr>
            </a:lvl5pPr>
            <a:lvl6pPr>
              <a:defRPr sz="1575" b="1">
                <a:solidFill>
                  <a:srgbClr val="FFFFFF"/>
                </a:solidFill>
              </a:defRPr>
            </a:lvl6pPr>
            <a:lvl7pPr>
              <a:defRPr sz="1575" b="1">
                <a:solidFill>
                  <a:srgbClr val="FFFFFF"/>
                </a:solidFill>
              </a:defRPr>
            </a:lvl7pPr>
            <a:lvl8pPr>
              <a:defRPr sz="1575" b="1">
                <a:solidFill>
                  <a:srgbClr val="FFFFFF"/>
                </a:solidFill>
              </a:defRPr>
            </a:lvl8pPr>
            <a:lvl9pPr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NAVIGATION ≠ MISSION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FDBDC-73B5-4AE6-8676-5B364776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3241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FFFFFF"/>
                </a:solidFill>
              </a:defRPr>
            </a:defPPr>
            <a:lvl1pPr>
              <a:defRPr sz="1050" b="0">
                <a:solidFill>
                  <a:srgbClr val="FFFFFF"/>
                </a:solidFill>
              </a:defRPr>
            </a:lvl1pPr>
            <a:lvl2pPr>
              <a:defRPr sz="1050" b="0">
                <a:solidFill>
                  <a:srgbClr val="FFFFFF"/>
                </a:solidFill>
              </a:defRPr>
            </a:lvl2pPr>
            <a:lvl3pPr>
              <a:defRPr sz="1050" b="0">
                <a:solidFill>
                  <a:srgbClr val="FFFFFF"/>
                </a:solidFill>
              </a:defRPr>
            </a:lvl3pPr>
            <a:lvl4pPr>
              <a:defRPr sz="1050" b="0">
                <a:solidFill>
                  <a:srgbClr val="FFFFFF"/>
                </a:solidFill>
              </a:defRPr>
            </a:lvl4pPr>
            <a:lvl5pPr>
              <a:defRPr sz="1050" b="0">
                <a:solidFill>
                  <a:srgbClr val="FFFFFF"/>
                </a:solidFill>
              </a:defRPr>
            </a:lvl5pPr>
            <a:lvl6pPr>
              <a:defRPr sz="1050" b="0">
                <a:solidFill>
                  <a:srgbClr val="FFFFFF"/>
                </a:solidFill>
              </a:defRPr>
            </a:lvl6pPr>
            <a:lvl7pPr>
              <a:defRPr sz="1050" b="0">
                <a:solidFill>
                  <a:srgbClr val="FFFFFF"/>
                </a:solidFill>
              </a:defRPr>
            </a:lvl7pPr>
            <a:lvl8pPr>
              <a:defRPr sz="1050" b="0">
                <a:solidFill>
                  <a:srgbClr val="FFFFFF"/>
                </a:solidFill>
              </a:defRPr>
            </a:lvl8pPr>
            <a:lvl9pPr>
              <a:defRPr sz="105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การไปถึงจุดหมายยังไม่ครอบคลุมคิว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การยืนยันรับ–ส่ง และประวัติ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5E244-DFEE-41F0-88CA-475D52DB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E6FCA5-AF13-4BD7-87BC-0FEB7B0F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78BE"/>
                </a:solidFill>
              </a:defRPr>
            </a:defPPr>
            <a:lvl1pPr>
              <a:defRPr sz="1275" b="1">
                <a:solidFill>
                  <a:srgbClr val="1678BE"/>
                </a:solidFill>
              </a:defRPr>
            </a:lvl1pPr>
            <a:lvl2pPr>
              <a:defRPr sz="1275" b="1">
                <a:solidFill>
                  <a:srgbClr val="1678BE"/>
                </a:solidFill>
              </a:defRPr>
            </a:lvl2pPr>
            <a:lvl3pPr>
              <a:defRPr sz="1275" b="1">
                <a:solidFill>
                  <a:srgbClr val="1678BE"/>
                </a:solidFill>
              </a:defRPr>
            </a:lvl3pPr>
            <a:lvl4pPr>
              <a:defRPr sz="1275" b="1">
                <a:solidFill>
                  <a:srgbClr val="1678BE"/>
                </a:solidFill>
              </a:defRPr>
            </a:lvl4pPr>
            <a:lvl5pPr>
              <a:defRPr sz="1275" b="1">
                <a:solidFill>
                  <a:srgbClr val="1678BE"/>
                </a:solidFill>
              </a:defRPr>
            </a:lvl5pPr>
            <a:lvl6pPr>
              <a:defRPr sz="1275" b="1">
                <a:solidFill>
                  <a:srgbClr val="1678BE"/>
                </a:solidFill>
              </a:defRPr>
            </a:lvl6pPr>
            <a:lvl7pPr>
              <a:defRPr sz="1275" b="1">
                <a:solidFill>
                  <a:srgbClr val="1678BE"/>
                </a:solidFill>
              </a:defRPr>
            </a:lvl7pPr>
            <a:lvl8pPr>
              <a:defRPr sz="1275" b="1">
                <a:solidFill>
                  <a:srgbClr val="1678BE"/>
                </a:solidFill>
              </a:defRPr>
            </a:lvl8pPr>
            <a:lvl9pPr>
              <a:defRPr sz="12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78BE"/>
                </a:solidFill>
              </a:defRPr>
            </a:pPr>
            <a:r>
              <a:rPr sz="127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8714B-F6F1-46E3-9124-486D6357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หลายระบบต้องทำงานร่วมกัน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F182D-06A1-45C8-AC65-B44B2F9B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มอเตอร์ เซนเซอร์ SLAM ตำแหน่ง และการนำทาง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5A6E9-EC4C-42C8-AFA9-CBB331277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5BDD8"/>
                </a:solidFill>
              </a:defRPr>
            </a:defPPr>
            <a:lvl1pPr>
              <a:defRPr sz="1275" b="1">
                <a:solidFill>
                  <a:srgbClr val="55BDD8"/>
                </a:solidFill>
              </a:defRPr>
            </a:lvl1pPr>
            <a:lvl2pPr>
              <a:defRPr sz="1275" b="1">
                <a:solidFill>
                  <a:srgbClr val="55BDD8"/>
                </a:solidFill>
              </a:defRPr>
            </a:lvl2pPr>
            <a:lvl3pPr>
              <a:defRPr sz="1275" b="1">
                <a:solidFill>
                  <a:srgbClr val="55BDD8"/>
                </a:solidFill>
              </a:defRPr>
            </a:lvl3pPr>
            <a:lvl4pPr>
              <a:defRPr sz="1275" b="1">
                <a:solidFill>
                  <a:srgbClr val="55BDD8"/>
                </a:solidFill>
              </a:defRPr>
            </a:lvl4pPr>
            <a:lvl5pPr>
              <a:defRPr sz="1275" b="1">
                <a:solidFill>
                  <a:srgbClr val="55BDD8"/>
                </a:solidFill>
              </a:defRPr>
            </a:lvl5pPr>
            <a:lvl6pPr>
              <a:defRPr sz="1275" b="1">
                <a:solidFill>
                  <a:srgbClr val="55BDD8"/>
                </a:solidFill>
              </a:defRPr>
            </a:lvl6pPr>
            <a:lvl7pPr>
              <a:defRPr sz="1275" b="1">
                <a:solidFill>
                  <a:srgbClr val="55BDD8"/>
                </a:solidFill>
              </a:defRPr>
            </a:lvl7pPr>
            <a:lvl8pPr>
              <a:defRPr sz="1275" b="1">
                <a:solidFill>
                  <a:srgbClr val="55BDD8"/>
                </a:solidFill>
              </a:defRPr>
            </a:lvl8pPr>
            <a:lvl9pPr>
              <a:defRPr sz="12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5BDD8"/>
                </a:solidFill>
              </a:defRPr>
            </a:pPr>
            <a:r>
              <a:rPr sz="127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BA65FC-B690-42BC-A6BC-16BD6230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385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ผู้ใช้ต้องเห็นขั้นตอนของภารกิจ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63807D-B7B5-4EFE-B4E7-7615F6F7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00050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กำหนดต้นทาง–ปลายทาง ตรวจสอบคิว และติดตามสถานะ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948DFB-737B-4C7F-8A63-827AF402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5BDD8"/>
                </a:solidFill>
              </a:defRPr>
            </a:defPPr>
            <a:lvl1pPr>
              <a:defRPr sz="1275" b="1">
                <a:solidFill>
                  <a:srgbClr val="55BDD8"/>
                </a:solidFill>
              </a:defRPr>
            </a:lvl1pPr>
            <a:lvl2pPr>
              <a:defRPr sz="1275" b="1">
                <a:solidFill>
                  <a:srgbClr val="55BDD8"/>
                </a:solidFill>
              </a:defRPr>
            </a:lvl2pPr>
            <a:lvl3pPr>
              <a:defRPr sz="1275" b="1">
                <a:solidFill>
                  <a:srgbClr val="55BDD8"/>
                </a:solidFill>
              </a:defRPr>
            </a:lvl3pPr>
            <a:lvl4pPr>
              <a:defRPr sz="1275" b="1">
                <a:solidFill>
                  <a:srgbClr val="55BDD8"/>
                </a:solidFill>
              </a:defRPr>
            </a:lvl4pPr>
            <a:lvl5pPr>
              <a:defRPr sz="1275" b="1">
                <a:solidFill>
                  <a:srgbClr val="55BDD8"/>
                </a:solidFill>
              </a:defRPr>
            </a:lvl5pPr>
            <a:lvl6pPr>
              <a:defRPr sz="1275" b="1">
                <a:solidFill>
                  <a:srgbClr val="55BDD8"/>
                </a:solidFill>
              </a:defRPr>
            </a:lvl6pPr>
            <a:lvl7pPr>
              <a:defRPr sz="1275" b="1">
                <a:solidFill>
                  <a:srgbClr val="55BDD8"/>
                </a:solidFill>
              </a:defRPr>
            </a:lvl7pPr>
            <a:lvl8pPr>
              <a:defRPr sz="1275" b="1">
                <a:solidFill>
                  <a:srgbClr val="55BDD8"/>
                </a:solidFill>
              </a:defRPr>
            </a:lvl8pPr>
            <a:lvl9pPr>
              <a:defRPr sz="12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5BDD8"/>
                </a:solidFill>
              </a:defRPr>
            </a:pPr>
            <a:r>
              <a:rPr sz="1275" b="1">
                <a:solidFill>
                  <a:srgbClr val="55BDD8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963F2-64B3-47B8-AA9D-6AF2D954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เว็บเป็นส่วนติดต่อกลาง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594D14-5ABD-4708-80D4-A3EBC847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Robot Agent เชื่อมคำสั่งและสถานะกับ ROS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19180-987D-4F98-9130-78BD8768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149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78BE"/>
                </a:solidFill>
              </a:defRPr>
            </a:defPPr>
            <a:lvl1pPr>
              <a:defRPr sz="1275" b="1">
                <a:solidFill>
                  <a:srgbClr val="1678BE"/>
                </a:solidFill>
              </a:defRPr>
            </a:lvl1pPr>
            <a:lvl2pPr>
              <a:defRPr sz="1275" b="1">
                <a:solidFill>
                  <a:srgbClr val="1678BE"/>
                </a:solidFill>
              </a:defRPr>
            </a:lvl2pPr>
            <a:lvl3pPr>
              <a:defRPr sz="1275" b="1">
                <a:solidFill>
                  <a:srgbClr val="1678BE"/>
                </a:solidFill>
              </a:defRPr>
            </a:lvl3pPr>
            <a:lvl4pPr>
              <a:defRPr sz="1275" b="1">
                <a:solidFill>
                  <a:srgbClr val="1678BE"/>
                </a:solidFill>
              </a:defRPr>
            </a:lvl4pPr>
            <a:lvl5pPr>
              <a:defRPr sz="1275" b="1">
                <a:solidFill>
                  <a:srgbClr val="1678BE"/>
                </a:solidFill>
              </a:defRPr>
            </a:lvl5pPr>
            <a:lvl6pPr>
              <a:defRPr sz="1275" b="1">
                <a:solidFill>
                  <a:srgbClr val="1678BE"/>
                </a:solidFill>
              </a:defRPr>
            </a:lvl6pPr>
            <a:lvl7pPr>
              <a:defRPr sz="1275" b="1">
                <a:solidFill>
                  <a:srgbClr val="1678BE"/>
                </a:solidFill>
              </a:defRPr>
            </a:lvl7pPr>
            <a:lvl8pPr>
              <a:defRPr sz="1275" b="1">
                <a:solidFill>
                  <a:srgbClr val="1678BE"/>
                </a:solidFill>
              </a:defRPr>
            </a:lvl8pPr>
            <a:lvl9pPr>
              <a:defRPr sz="12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78BE"/>
                </a:solidFill>
              </a:defRPr>
            </a:pPr>
            <a:r>
              <a:rPr sz="1275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CD2F9F-BF88-472C-95C9-7ECB6411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577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เรียนรู้จากระบบจริง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556294-AB68-4BD0-AF83-018538B4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19700"/>
            <a:ext cx="426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พัฒนาต้นแบบและทดสอบบนฐานหุ่นยนต์จริงในพื้นที่ทดลอง</a:t>
            </a:r>
          </a:p>
        </p:txBody>
      </p:sp>
    </p:spTree>
    <p:extLst>
      <p:ext uri="{BB962C8B-B14F-4D97-AF65-F5344CB8AC3E}">
        <p14:creationId xmlns:p14="http://schemas.microsoft.com/office/powerpoint/2010/main" val="12846990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2DA31-F34F-47F8-9A5F-7927492A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F1468-3CD0-4AE1-9777-68F9509F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DD871-8CBA-45A8-9699-E00EA046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A3B82"/>
                </a:solidFill>
              </a:defRPr>
            </a:defPPr>
            <a:lvl1pPr>
              <a:defRPr sz="2550" b="1">
                <a:solidFill>
                  <a:srgbClr val="0A3B82"/>
                </a:solidFill>
              </a:defRPr>
            </a:lvl1pPr>
            <a:lvl2pPr>
              <a:defRPr sz="2550" b="1">
                <a:solidFill>
                  <a:srgbClr val="0A3B82"/>
                </a:solidFill>
              </a:defRPr>
            </a:lvl2pPr>
            <a:lvl3pPr>
              <a:defRPr sz="2550" b="1">
                <a:solidFill>
                  <a:srgbClr val="0A3B82"/>
                </a:solidFill>
              </a:defRPr>
            </a:lvl3pPr>
            <a:lvl4pPr>
              <a:defRPr sz="2550" b="1">
                <a:solidFill>
                  <a:srgbClr val="0A3B82"/>
                </a:solidFill>
              </a:defRPr>
            </a:lvl4pPr>
            <a:lvl5pPr>
              <a:defRPr sz="2550" b="1">
                <a:solidFill>
                  <a:srgbClr val="0A3B82"/>
                </a:solidFill>
              </a:defRPr>
            </a:lvl5pPr>
            <a:lvl6pPr>
              <a:defRPr sz="2550" b="1">
                <a:solidFill>
                  <a:srgbClr val="0A3B82"/>
                </a:solidFill>
              </a:defRPr>
            </a:lvl6pPr>
            <a:lvl7pPr>
              <a:defRPr sz="2550" b="1">
                <a:solidFill>
                  <a:srgbClr val="0A3B82"/>
                </a:solidFill>
              </a:defRPr>
            </a:lvl7pPr>
            <a:lvl8pPr>
              <a:defRPr sz="2550" b="1">
                <a:solidFill>
                  <a:srgbClr val="0A3B82"/>
                </a:solidFill>
              </a:defRPr>
            </a:lvl8pPr>
            <a:lvl9pPr>
              <a:defRPr sz="25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A3B82"/>
                </a:solidFill>
              </a:defRPr>
            </a:pPr>
            <a:r>
              <a:rPr sz="2550" b="1">
                <a:solidFill>
                  <a:srgbClr val="0A3B82"/>
                </a:solidFill>
              </a:rPr>
              <a:t>วัตถุประสงค์และขอบเขต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F47B48-E905-4E2F-ADA1-6088364C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AC402-808D-4808-A72C-3DE2A227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2001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กำหนดสิ่งที่พัฒนา และสิ่งที่ยังไม่กล่าวอ้าง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0E3D7-3874-48BD-BB09-EA546578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5718F"/>
                </a:solidFill>
              </a:defRPr>
            </a:defPPr>
            <a:lvl1pPr>
              <a:defRPr sz="750" b="0">
                <a:solidFill>
                  <a:srgbClr val="55718F"/>
                </a:solidFill>
              </a:defRPr>
            </a:lvl1pPr>
            <a:lvl2pPr>
              <a:defRPr sz="750" b="0">
                <a:solidFill>
                  <a:srgbClr val="55718F"/>
                </a:solidFill>
              </a:defRPr>
            </a:lvl2pPr>
            <a:lvl3pPr>
              <a:defRPr sz="750" b="0">
                <a:solidFill>
                  <a:srgbClr val="55718F"/>
                </a:solidFill>
              </a:defRPr>
            </a:lvl3pPr>
            <a:lvl4pPr>
              <a:defRPr sz="750" b="0">
                <a:solidFill>
                  <a:srgbClr val="55718F"/>
                </a:solidFill>
              </a:defRPr>
            </a:lvl4pPr>
            <a:lvl5pPr>
              <a:defRPr sz="750" b="0">
                <a:solidFill>
                  <a:srgbClr val="55718F"/>
                </a:solidFill>
              </a:defRPr>
            </a:lvl5pPr>
            <a:lvl6pPr>
              <a:defRPr sz="750" b="0">
                <a:solidFill>
                  <a:srgbClr val="55718F"/>
                </a:solidFill>
              </a:defRPr>
            </a:lvl6pPr>
            <a:lvl7pPr>
              <a:defRPr sz="750" b="0">
                <a:solidFill>
                  <a:srgbClr val="55718F"/>
                </a:solidFill>
              </a:defRPr>
            </a:lvl7pPr>
            <a:lvl8pPr>
              <a:defRPr sz="750" b="0">
                <a:solidFill>
                  <a:srgbClr val="55718F"/>
                </a:solidFill>
              </a:defRPr>
            </a:lvl8pPr>
            <a:lvl9pPr>
              <a:defRPr sz="750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5718F"/>
                </a:solidFill>
              </a:defRPr>
            </a:pPr>
            <a:r>
              <a:rPr sz="750" b="0">
                <a:solidFill>
                  <a:srgbClr val="55718F"/>
                </a:solidFill>
              </a:rPr>
              <a:t>Indoor Delivery Robot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DAFC5-1886-4409-B62E-C7BDBC10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086350" cy="41910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91B6A-05AB-4618-B305-F37B4686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0A3B82"/>
                </a:solidFill>
              </a:defRPr>
            </a:defPPr>
            <a:lvl1pPr>
              <a:defRPr sz="1875" b="1">
                <a:solidFill>
                  <a:srgbClr val="0A3B82"/>
                </a:solidFill>
              </a:defRPr>
            </a:lvl1pPr>
            <a:lvl2pPr>
              <a:defRPr sz="1875" b="1">
                <a:solidFill>
                  <a:srgbClr val="0A3B82"/>
                </a:solidFill>
              </a:defRPr>
            </a:lvl2pPr>
            <a:lvl3pPr>
              <a:defRPr sz="1875" b="1">
                <a:solidFill>
                  <a:srgbClr val="0A3B82"/>
                </a:solidFill>
              </a:defRPr>
            </a:lvl3pPr>
            <a:lvl4pPr>
              <a:defRPr sz="1875" b="1">
                <a:solidFill>
                  <a:srgbClr val="0A3B82"/>
                </a:solidFill>
              </a:defRPr>
            </a:lvl4pPr>
            <a:lvl5pPr>
              <a:defRPr sz="1875" b="1">
                <a:solidFill>
                  <a:srgbClr val="0A3B82"/>
                </a:solidFill>
              </a:defRPr>
            </a:lvl5pPr>
            <a:lvl6pPr>
              <a:defRPr sz="1875" b="1">
                <a:solidFill>
                  <a:srgbClr val="0A3B82"/>
                </a:solidFill>
              </a:defRPr>
            </a:lvl6pPr>
            <a:lvl7pPr>
              <a:defRPr sz="1875" b="1">
                <a:solidFill>
                  <a:srgbClr val="0A3B82"/>
                </a:solidFill>
              </a:defRPr>
            </a:lvl7pPr>
            <a:lvl8pPr>
              <a:defRPr sz="1875" b="1">
                <a:solidFill>
                  <a:srgbClr val="0A3B82"/>
                </a:solidFill>
              </a:defRPr>
            </a:lvl8pPr>
            <a:lvl9pPr>
              <a:defRPr sz="187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A3B82"/>
                </a:solidFill>
              </a:defRPr>
            </a:pPr>
            <a:r>
              <a:rPr sz="1875" b="1">
                <a:solidFill>
                  <a:srgbClr val="0A3B82"/>
                </a:solidFill>
              </a:rPr>
              <a:t>เป้าหมายของต้นแบบ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6AF11-B410-48CA-8036-81C3FC1D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84A6D6-533C-46CD-B933-6B2449FE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02A43"/>
                </a:solidFill>
              </a:defRPr>
            </a:defPPr>
            <a:lvl1pPr>
              <a:defRPr sz="1200" b="1">
                <a:solidFill>
                  <a:srgbClr val="102A43"/>
                </a:solidFill>
              </a:defRPr>
            </a:lvl1pPr>
            <a:lvl2pPr>
              <a:defRPr sz="1200" b="1">
                <a:solidFill>
                  <a:srgbClr val="102A43"/>
                </a:solidFill>
              </a:defRPr>
            </a:lvl2pPr>
            <a:lvl3pPr>
              <a:defRPr sz="1200" b="1">
                <a:solidFill>
                  <a:srgbClr val="102A43"/>
                </a:solidFill>
              </a:defRPr>
            </a:lvl3pPr>
            <a:lvl4pPr>
              <a:defRPr sz="1200" b="1">
                <a:solidFill>
                  <a:srgbClr val="102A43"/>
                </a:solidFill>
              </a:defRPr>
            </a:lvl4pPr>
            <a:lvl5pPr>
              <a:defRPr sz="1200" b="1">
                <a:solidFill>
                  <a:srgbClr val="102A43"/>
                </a:solidFill>
              </a:defRPr>
            </a:lvl5pPr>
            <a:lvl6pPr>
              <a:defRPr sz="1200" b="1">
                <a:solidFill>
                  <a:srgbClr val="102A43"/>
                </a:solidFill>
              </a:defRPr>
            </a:lvl6pPr>
            <a:lvl7pPr>
              <a:defRPr sz="1200" b="1">
                <a:solidFill>
                  <a:srgbClr val="102A43"/>
                </a:solidFill>
              </a:defRPr>
            </a:lvl7pPr>
            <a:lvl8pPr>
              <a:defRPr sz="1200" b="1">
                <a:solidFill>
                  <a:srgbClr val="102A43"/>
                </a:solidFill>
              </a:defRPr>
            </a:lvl8pPr>
            <a:lvl9pPr>
              <a:defRPr sz="120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02A43"/>
                </a:solidFill>
              </a:defRPr>
            </a:pPr>
            <a:r>
              <a:rPr sz="1200" b="1">
                <a:solidFill>
                  <a:srgbClr val="102A43"/>
                </a:solidFill>
              </a:rPr>
              <a:t>ฐาน Differential Drive พร้อมมอเตอร์และเซนเซอร์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0FC52-8239-4D66-8726-B4DA58C6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175BC2-5627-4867-A8CC-A8051EEC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02A43"/>
                </a:solidFill>
              </a:defRPr>
            </a:defPPr>
            <a:lvl1pPr>
              <a:defRPr sz="1200" b="0">
                <a:solidFill>
                  <a:srgbClr val="102A43"/>
                </a:solidFill>
              </a:defRPr>
            </a:lvl1pPr>
            <a:lvl2pPr>
              <a:defRPr sz="1200" b="0">
                <a:solidFill>
                  <a:srgbClr val="102A43"/>
                </a:solidFill>
              </a:defRPr>
            </a:lvl2pPr>
            <a:lvl3pPr>
              <a:defRPr sz="1200" b="0">
                <a:solidFill>
                  <a:srgbClr val="102A43"/>
                </a:solidFill>
              </a:defRPr>
            </a:lvl3pPr>
            <a:lvl4pPr>
              <a:defRPr sz="1200" b="0">
                <a:solidFill>
                  <a:srgbClr val="102A43"/>
                </a:solidFill>
              </a:defRPr>
            </a:lvl4pPr>
            <a:lvl5pPr>
              <a:defRPr sz="1200" b="0">
                <a:solidFill>
                  <a:srgbClr val="102A43"/>
                </a:solidFill>
              </a:defRPr>
            </a:lvl5pPr>
            <a:lvl6pPr>
              <a:defRPr sz="1200" b="0">
                <a:solidFill>
                  <a:srgbClr val="102A43"/>
                </a:solidFill>
              </a:defRPr>
            </a:lvl6pPr>
            <a:lvl7pPr>
              <a:defRPr sz="1200" b="0">
                <a:solidFill>
                  <a:srgbClr val="102A43"/>
                </a:solidFill>
              </a:defRPr>
            </a:lvl7pPr>
            <a:lvl8pPr>
              <a:defRPr sz="1200" b="0">
                <a:solidFill>
                  <a:srgbClr val="102A43"/>
                </a:solidFill>
              </a:defRPr>
            </a:lvl8pPr>
            <a:lvl9pPr>
              <a:defRPr sz="120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SLAM Toolbox + AMCL + Nav2 บน ROS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B5BCC8-96C7-486A-9DF5-8E8DEA28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C75AB1-190A-4450-B738-B587AAA4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02A43"/>
                </a:solidFill>
              </a:defRPr>
            </a:defPPr>
            <a:lvl1pPr>
              <a:defRPr sz="1200" b="0">
                <a:solidFill>
                  <a:srgbClr val="102A43"/>
                </a:solidFill>
              </a:defRPr>
            </a:lvl1pPr>
            <a:lvl2pPr>
              <a:defRPr sz="1200" b="0">
                <a:solidFill>
                  <a:srgbClr val="102A43"/>
                </a:solidFill>
              </a:defRPr>
            </a:lvl2pPr>
            <a:lvl3pPr>
              <a:defRPr sz="1200" b="0">
                <a:solidFill>
                  <a:srgbClr val="102A43"/>
                </a:solidFill>
              </a:defRPr>
            </a:lvl3pPr>
            <a:lvl4pPr>
              <a:defRPr sz="1200" b="0">
                <a:solidFill>
                  <a:srgbClr val="102A43"/>
                </a:solidFill>
              </a:defRPr>
            </a:lvl4pPr>
            <a:lvl5pPr>
              <a:defRPr sz="1200" b="0">
                <a:solidFill>
                  <a:srgbClr val="102A43"/>
                </a:solidFill>
              </a:defRPr>
            </a:lvl5pPr>
            <a:lvl6pPr>
              <a:defRPr sz="1200" b="0">
                <a:solidFill>
                  <a:srgbClr val="102A43"/>
                </a:solidFill>
              </a:defRPr>
            </a:lvl6pPr>
            <a:lvl7pPr>
              <a:defRPr sz="1200" b="0">
                <a:solidFill>
                  <a:srgbClr val="102A43"/>
                </a:solidFill>
              </a:defRPr>
            </a:lvl7pPr>
            <a:lvl8pPr>
              <a:defRPr sz="1200" b="0">
                <a:solidFill>
                  <a:srgbClr val="102A43"/>
                </a:solidFill>
              </a:defRPr>
            </a:lvl8pPr>
            <a:lvl9pPr>
              <a:defRPr sz="120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เว็บจัดการภารกิจ คิว สถานะ และประวัติ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B24C7-0B79-410B-8ED9-6B5A1CAC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3067C4-5377-475B-BAD0-87074116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2910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02A43"/>
                </a:solidFill>
              </a:defRPr>
            </a:defPPr>
            <a:lvl1pPr>
              <a:defRPr sz="1200" b="0">
                <a:solidFill>
                  <a:srgbClr val="102A43"/>
                </a:solidFill>
              </a:defRPr>
            </a:lvl1pPr>
            <a:lvl2pPr>
              <a:defRPr sz="1200" b="0">
                <a:solidFill>
                  <a:srgbClr val="102A43"/>
                </a:solidFill>
              </a:defRPr>
            </a:lvl2pPr>
            <a:lvl3pPr>
              <a:defRPr sz="1200" b="0">
                <a:solidFill>
                  <a:srgbClr val="102A43"/>
                </a:solidFill>
              </a:defRPr>
            </a:lvl3pPr>
            <a:lvl4pPr>
              <a:defRPr sz="1200" b="0">
                <a:solidFill>
                  <a:srgbClr val="102A43"/>
                </a:solidFill>
              </a:defRPr>
            </a:lvl4pPr>
            <a:lvl5pPr>
              <a:defRPr sz="1200" b="0">
                <a:solidFill>
                  <a:srgbClr val="102A43"/>
                </a:solidFill>
              </a:defRPr>
            </a:lvl5pPr>
            <a:lvl6pPr>
              <a:defRPr sz="1200" b="0">
                <a:solidFill>
                  <a:srgbClr val="102A43"/>
                </a:solidFill>
              </a:defRPr>
            </a:lvl6pPr>
            <a:lvl7pPr>
              <a:defRPr sz="1200" b="0">
                <a:solidFill>
                  <a:srgbClr val="102A43"/>
                </a:solidFill>
              </a:defRPr>
            </a:lvl7pPr>
            <a:lvl8pPr>
              <a:defRPr sz="1200" b="0">
                <a:solidFill>
                  <a:srgbClr val="102A43"/>
                </a:solidFill>
              </a:defRPr>
            </a:lvl8pPr>
            <a:lvl9pPr>
              <a:defRPr sz="120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Robot Agent เชื่อมเว็บกับระบบหุ่นยนต์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F7AA89-95A9-4537-87F4-B6BA9FEC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768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1B82B2-116F-4F58-A614-8C532A94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9650"/>
            <a:ext cx="3857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102A43"/>
                </a:solidFill>
              </a:defRPr>
            </a:defPPr>
            <a:lvl1pPr>
              <a:defRPr sz="1200" b="0">
                <a:solidFill>
                  <a:srgbClr val="102A43"/>
                </a:solidFill>
              </a:defRPr>
            </a:lvl1pPr>
            <a:lvl2pPr>
              <a:defRPr sz="1200" b="0">
                <a:solidFill>
                  <a:srgbClr val="102A43"/>
                </a:solidFill>
              </a:defRPr>
            </a:lvl2pPr>
            <a:lvl3pPr>
              <a:defRPr sz="1200" b="0">
                <a:solidFill>
                  <a:srgbClr val="102A43"/>
                </a:solidFill>
              </a:defRPr>
            </a:lvl3pPr>
            <a:lvl4pPr>
              <a:defRPr sz="1200" b="0">
                <a:solidFill>
                  <a:srgbClr val="102A43"/>
                </a:solidFill>
              </a:defRPr>
            </a:lvl4pPr>
            <a:lvl5pPr>
              <a:defRPr sz="1200" b="0">
                <a:solidFill>
                  <a:srgbClr val="102A43"/>
                </a:solidFill>
              </a:defRPr>
            </a:lvl5pPr>
            <a:lvl6pPr>
              <a:defRPr sz="1200" b="0">
                <a:solidFill>
                  <a:srgbClr val="102A43"/>
                </a:solidFill>
              </a:defRPr>
            </a:lvl6pPr>
            <a:lvl7pPr>
              <a:defRPr sz="1200" b="0">
                <a:solidFill>
                  <a:srgbClr val="102A43"/>
                </a:solidFill>
              </a:defRPr>
            </a:lvl7pPr>
            <a:lvl8pPr>
              <a:defRPr sz="1200" b="0">
                <a:solidFill>
                  <a:srgbClr val="102A43"/>
                </a:solidFill>
              </a:defRPr>
            </a:lvl8pPr>
            <a:lvl9pPr>
              <a:defRPr sz="120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102A43"/>
                </a:solidFill>
              </a:defRPr>
            </a:pPr>
            <a:r>
              <a:rPr sz="1200" b="0">
                <a:solidFill>
                  <a:srgbClr val="102A43"/>
                </a:solidFill>
              </a:rPr>
              <a:t>ทดสอบฟังก์ชันและระบบร่วมกันบนหุ่นยนต์จริง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77E6F-5594-4980-BCB4-BD5AAD38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76400"/>
            <a:ext cx="5391150" cy="238125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6F2905-176F-455B-B60C-3EAC35F7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FFFFFF"/>
                </a:solidFill>
              </a:defRPr>
            </a:defPPr>
            <a:lvl1pPr>
              <a:defRPr sz="1800" b="1">
                <a:solidFill>
                  <a:srgbClr val="FFFFFF"/>
                </a:solidFill>
              </a:defRPr>
            </a:lvl1pPr>
            <a:lvl2pPr>
              <a:defRPr sz="1800" b="1">
                <a:solidFill>
                  <a:srgbClr val="FFFFFF"/>
                </a:solidFill>
              </a:defRPr>
            </a:lvl2pPr>
            <a:lvl3pPr>
              <a:defRPr sz="1800" b="1">
                <a:solidFill>
                  <a:srgbClr val="FFFFFF"/>
                </a:solidFill>
              </a:defRPr>
            </a:lvl3pPr>
            <a:lvl4pPr>
              <a:defRPr sz="1800" b="1">
                <a:solidFill>
                  <a:srgbClr val="FFFFFF"/>
                </a:solidFill>
              </a:defRPr>
            </a:lvl4pPr>
            <a:lvl5pPr>
              <a:defRPr sz="1800" b="1">
                <a:solidFill>
                  <a:srgbClr val="FFFFFF"/>
                </a:solidFill>
              </a:defRPr>
            </a:lvl5pPr>
            <a:lvl6pPr>
              <a:defRPr sz="1800" b="1">
                <a:solidFill>
                  <a:srgbClr val="FFFFFF"/>
                </a:solidFill>
              </a:defRPr>
            </a:lvl6pPr>
            <a:lvl7pPr>
              <a:defRPr sz="1800" b="1">
                <a:solidFill>
                  <a:srgbClr val="FFFFFF"/>
                </a:solidFill>
              </a:defRPr>
            </a:lvl7pPr>
            <a:lvl8pPr>
              <a:defRPr sz="1800" b="1">
                <a:solidFill>
                  <a:srgbClr val="FFFFFF"/>
                </a:solidFill>
              </a:defRPr>
            </a:lvl8pPr>
            <a:lvl9pPr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ขอบเขตที่ทดสอบ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04DC5F-7473-4187-ACA3-B009DA4B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45529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FFFFFF"/>
                </a:solidFill>
              </a:defRPr>
            </a:defPPr>
            <a:lvl1pPr>
              <a:defRPr sz="1275" b="0">
                <a:solidFill>
                  <a:srgbClr val="FFFFFF"/>
                </a:solidFill>
              </a:defRPr>
            </a:lvl1pPr>
            <a:lvl2pPr>
              <a:defRPr sz="1275" b="0">
                <a:solidFill>
                  <a:srgbClr val="FFFFFF"/>
                </a:solidFill>
              </a:defRPr>
            </a:lvl2pPr>
            <a:lvl3pPr>
              <a:defRPr sz="1275" b="0">
                <a:solidFill>
                  <a:srgbClr val="FFFFFF"/>
                </a:solidFill>
              </a:defRPr>
            </a:lvl3pPr>
            <a:lvl4pPr>
              <a:defRPr sz="1275" b="0">
                <a:solidFill>
                  <a:srgbClr val="FFFFFF"/>
                </a:solidFill>
              </a:defRPr>
            </a:lvl4pPr>
            <a:lvl5pPr>
              <a:defRPr sz="1275" b="0">
                <a:solidFill>
                  <a:srgbClr val="FFFFFF"/>
                </a:solidFill>
              </a:defRPr>
            </a:lvl5pPr>
            <a:lvl6pPr>
              <a:defRPr sz="1275" b="0">
                <a:solidFill>
                  <a:srgbClr val="FFFFFF"/>
                </a:solidFill>
              </a:defRPr>
            </a:lvl6pPr>
            <a:lvl7pPr>
              <a:defRPr sz="1275" b="0">
                <a:solidFill>
                  <a:srgbClr val="FFFFFF"/>
                </a:solidFill>
              </a:defRPr>
            </a:lvl7pPr>
            <a:lvl8pPr>
              <a:defRPr sz="1275" b="0">
                <a:solidFill>
                  <a:srgbClr val="FFFFFF"/>
                </a:solidFill>
              </a:defRPr>
            </a:lvl8pPr>
            <a:lvl9pPr>
              <a:defRPr sz="12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หุ่นยนต์จริง 1 คัน  •  พื้นที่ทดลองภายในห้อง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สร้างแผนที่และกำหนดสถานีบนแผนที่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ยืนยันการวาง–รับสิ่งของผ่านเว็บ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066338-9E3D-4E4F-AC4A-192FF47C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286250"/>
            <a:ext cx="5391150" cy="1581150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CD95C6-C92F-4D66-8561-552A5B34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5295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ข้อจำกัดของงานระยะนี้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373125-2254-4944-AE18-CA70F273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10150"/>
            <a:ext cx="4514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718F"/>
                </a:solidFill>
              </a:defRPr>
            </a:defPPr>
            <a:lvl1pPr>
              <a:defRPr sz="1200" b="0">
                <a:solidFill>
                  <a:srgbClr val="55718F"/>
                </a:solidFill>
              </a:defRPr>
            </a:lvl1pPr>
            <a:lvl2pPr>
              <a:defRPr sz="1200" b="0">
                <a:solidFill>
                  <a:srgbClr val="55718F"/>
                </a:solidFill>
              </a:defRPr>
            </a:lvl2pPr>
            <a:lvl3pPr>
              <a:defRPr sz="1200" b="0">
                <a:solidFill>
                  <a:srgbClr val="55718F"/>
                </a:solidFill>
              </a:defRPr>
            </a:lvl3pPr>
            <a:lvl4pPr>
              <a:defRPr sz="1200" b="0">
                <a:solidFill>
                  <a:srgbClr val="55718F"/>
                </a:solidFill>
              </a:defRPr>
            </a:lvl4pPr>
            <a:lvl5pPr>
              <a:defRPr sz="1200" b="0">
                <a:solidFill>
                  <a:srgbClr val="55718F"/>
                </a:solidFill>
              </a:defRPr>
            </a:lvl5pPr>
            <a:lvl6pPr>
              <a:defRPr sz="1200" b="0">
                <a:solidFill>
                  <a:srgbClr val="55718F"/>
                </a:solidFill>
              </a:defRPr>
            </a:lvl6pPr>
            <a:lvl7pPr>
              <a:defRPr sz="1200" b="0">
                <a:solidFill>
                  <a:srgbClr val="55718F"/>
                </a:solidFill>
              </a:defRPr>
            </a:lvl7pPr>
            <a:lvl8pPr>
              <a:defRPr sz="1200" b="0">
                <a:solidFill>
                  <a:srgbClr val="55718F"/>
                </a:solidFill>
              </a:defRPr>
            </a:lvl8pPr>
            <a:lvl9pPr>
              <a:defRPr sz="1200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18F"/>
                </a:solidFill>
              </a:defRPr>
            </a:pPr>
            <a:r>
              <a:rPr sz="1200" b="0">
                <a:solidFill>
                  <a:srgbClr val="55718F"/>
                </a:solidFill>
              </a:rPr>
              <a:t>ยังไม่มีโครงสร้างบรรทุกเฉพาะ และยังไม่ประเมิน</a:t>
            </a:r>
          </a:p>
          <a:p xmlns:a="http://schemas.openxmlformats.org/drawingml/2006/main">
            <a:pPr>
              <a:defRPr sz="1200" b="0">
                <a:solidFill>
                  <a:srgbClr val="55718F"/>
                </a:solidFill>
              </a:defRPr>
            </a:pPr>
            <a:r>
              <a:rPr sz="1200" b="0">
                <a:solidFill>
                  <a:srgbClr val="55718F"/>
                </a:solidFill>
              </a:rPr>
              <a:t>ความสามารถในการขนส่งสิ่งของจริงหรือความเสถียรระยะยาว</a:t>
            </a:r>
          </a:p>
        </p:txBody>
      </p:sp>
    </p:spTree>
    <p:extLst>
      <p:ext uri="{BB962C8B-B14F-4D97-AF65-F5344CB8AC3E}">
        <p14:creationId xmlns:p14="http://schemas.microsoft.com/office/powerpoint/2010/main" val="13530540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38173C-7FA8-4699-8160-E0E82EDA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7C9AC-1060-4465-ABA3-68551FED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DC924-DA39-4401-9D36-B3AE20B4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A3B82"/>
                </a:solidFill>
              </a:defRPr>
            </a:defPPr>
            <a:lvl1pPr>
              <a:defRPr sz="2550" b="1">
                <a:solidFill>
                  <a:srgbClr val="0A3B82"/>
                </a:solidFill>
              </a:defRPr>
            </a:lvl1pPr>
            <a:lvl2pPr>
              <a:defRPr sz="2550" b="1">
                <a:solidFill>
                  <a:srgbClr val="0A3B82"/>
                </a:solidFill>
              </a:defRPr>
            </a:lvl2pPr>
            <a:lvl3pPr>
              <a:defRPr sz="2550" b="1">
                <a:solidFill>
                  <a:srgbClr val="0A3B82"/>
                </a:solidFill>
              </a:defRPr>
            </a:lvl3pPr>
            <a:lvl4pPr>
              <a:defRPr sz="2550" b="1">
                <a:solidFill>
                  <a:srgbClr val="0A3B82"/>
                </a:solidFill>
              </a:defRPr>
            </a:lvl4pPr>
            <a:lvl5pPr>
              <a:defRPr sz="2550" b="1">
                <a:solidFill>
                  <a:srgbClr val="0A3B82"/>
                </a:solidFill>
              </a:defRPr>
            </a:lvl5pPr>
            <a:lvl6pPr>
              <a:defRPr sz="2550" b="1">
                <a:solidFill>
                  <a:srgbClr val="0A3B82"/>
                </a:solidFill>
              </a:defRPr>
            </a:lvl6pPr>
            <a:lvl7pPr>
              <a:defRPr sz="2550" b="1">
                <a:solidFill>
                  <a:srgbClr val="0A3B82"/>
                </a:solidFill>
              </a:defRPr>
            </a:lvl7pPr>
            <a:lvl8pPr>
              <a:defRPr sz="2550" b="1">
                <a:solidFill>
                  <a:srgbClr val="0A3B82"/>
                </a:solidFill>
              </a:defRPr>
            </a:lvl8pPr>
            <a:lvl9pPr>
              <a:defRPr sz="25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A3B82"/>
                </a:solidFill>
              </a:defRPr>
            </a:pPr>
            <a:r>
              <a:rPr sz="2550" b="1">
                <a:solidFill>
                  <a:srgbClr val="0A3B82"/>
                </a:solidFill>
              </a:rPr>
              <a:t>สถาปัตยกรรมระบบ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28A899-6A30-4AAC-AF26-D1EC2941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89591-EED9-497C-A063-FBC419A9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2001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คำสั่งไหลลงสู่หุ่นยนต์ สถานะไหลกลับสู่ผู้ใช้งาน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9D085-E3F3-459B-B8D8-552335E7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5718F"/>
                </a:solidFill>
              </a:defRPr>
            </a:defPPr>
            <a:lvl1pPr>
              <a:defRPr sz="750" b="0">
                <a:solidFill>
                  <a:srgbClr val="55718F"/>
                </a:solidFill>
              </a:defRPr>
            </a:lvl1pPr>
            <a:lvl2pPr>
              <a:defRPr sz="750" b="0">
                <a:solidFill>
                  <a:srgbClr val="55718F"/>
                </a:solidFill>
              </a:defRPr>
            </a:lvl2pPr>
            <a:lvl3pPr>
              <a:defRPr sz="750" b="0">
                <a:solidFill>
                  <a:srgbClr val="55718F"/>
                </a:solidFill>
              </a:defRPr>
            </a:lvl3pPr>
            <a:lvl4pPr>
              <a:defRPr sz="750" b="0">
                <a:solidFill>
                  <a:srgbClr val="55718F"/>
                </a:solidFill>
              </a:defRPr>
            </a:lvl4pPr>
            <a:lvl5pPr>
              <a:defRPr sz="750" b="0">
                <a:solidFill>
                  <a:srgbClr val="55718F"/>
                </a:solidFill>
              </a:defRPr>
            </a:lvl5pPr>
            <a:lvl6pPr>
              <a:defRPr sz="750" b="0">
                <a:solidFill>
                  <a:srgbClr val="55718F"/>
                </a:solidFill>
              </a:defRPr>
            </a:lvl6pPr>
            <a:lvl7pPr>
              <a:defRPr sz="750" b="0">
                <a:solidFill>
                  <a:srgbClr val="55718F"/>
                </a:solidFill>
              </a:defRPr>
            </a:lvl7pPr>
            <a:lvl8pPr>
              <a:defRPr sz="750" b="0">
                <a:solidFill>
                  <a:srgbClr val="55718F"/>
                </a:solidFill>
              </a:defRPr>
            </a:lvl8pPr>
            <a:lvl9pPr>
              <a:defRPr sz="750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5718F"/>
                </a:solidFill>
              </a:defRPr>
            </a:pPr>
            <a:r>
              <a:rPr sz="750" b="0">
                <a:solidFill>
                  <a:srgbClr val="55718F"/>
                </a:solidFill>
              </a:rPr>
              <a:t>Indoor Delivery Robot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72AC3-E65E-434D-91C6-0C00AFFC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7562850" cy="4533900"/>
          </a:xfrm>
          <a:prstGeom xmlns:a="http://schemas.openxmlformats.org/drawingml/2006/main" prst="roundRect">
            <a:avLst>
              <a:gd name="adj" fmla="val 37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AF3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E289A-BC76-415D-9811-31E92C8392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80472c64144e0"/>
          <a:stretch xmlns:a="http://schemas.openxmlformats.org/drawingml/2006/main"/>
        </p:blipFill>
        <p:spPr>
          <a:xfrm xmlns:a="http://schemas.openxmlformats.org/drawingml/2006/main">
            <a:off x="976347" y="1752600"/>
            <a:ext cx="6791255" cy="4229100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69987-23E4-44F0-8EC6-071716A0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3 ชั้นที่ทำงานร่วมกัน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29FFFA-C91D-4E72-B17F-9F2EB645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66950"/>
            <a:ext cx="2381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8E8DD-7093-4EC3-99B9-F7892A17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3362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A3B82"/>
                </a:solidFill>
              </a:defRPr>
            </a:defPPr>
            <a:lvl1pPr>
              <a:defRPr sz="1050" b="1">
                <a:solidFill>
                  <a:srgbClr val="0A3B82"/>
                </a:solidFill>
              </a:defRPr>
            </a:lvl1pPr>
            <a:lvl2pPr>
              <a:defRPr sz="1050" b="1">
                <a:solidFill>
                  <a:srgbClr val="0A3B82"/>
                </a:solidFill>
              </a:defRPr>
            </a:lvl2pPr>
            <a:lvl3pPr>
              <a:defRPr sz="1050" b="1">
                <a:solidFill>
                  <a:srgbClr val="0A3B82"/>
                </a:solidFill>
              </a:defRPr>
            </a:lvl3pPr>
            <a:lvl4pPr>
              <a:defRPr sz="1050" b="1">
                <a:solidFill>
                  <a:srgbClr val="0A3B82"/>
                </a:solidFill>
              </a:defRPr>
            </a:lvl4pPr>
            <a:lvl5pPr>
              <a:defRPr sz="1050" b="1">
                <a:solidFill>
                  <a:srgbClr val="0A3B82"/>
                </a:solidFill>
              </a:defRPr>
            </a:lvl5pPr>
            <a:lvl6pPr>
              <a:defRPr sz="1050" b="1">
                <a:solidFill>
                  <a:srgbClr val="0A3B82"/>
                </a:solidFill>
              </a:defRPr>
            </a:lvl6pPr>
            <a:lvl7pPr>
              <a:defRPr sz="1050" b="1">
                <a:solidFill>
                  <a:srgbClr val="0A3B82"/>
                </a:solidFill>
              </a:defRPr>
            </a:lvl7pPr>
            <a:lvl8pPr>
              <a:defRPr sz="1050" b="1">
                <a:solidFill>
                  <a:srgbClr val="0A3B82"/>
                </a:solidFill>
              </a:defRPr>
            </a:lvl8pPr>
            <a:lvl9pPr>
              <a:defRPr sz="10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A3B82"/>
                </a:solidFill>
              </a:defRPr>
            </a:pPr>
            <a:r>
              <a:rPr sz="1050" b="1">
                <a:solidFill>
                  <a:srgbClr val="0A3B82"/>
                </a:solidFill>
              </a:rPr>
              <a:t>WEB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8B8DD-7E4F-4815-8C27-2F7339DD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860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5718F"/>
                </a:solidFill>
              </a:defRPr>
            </a:defPPr>
            <a:lvl1pPr>
              <a:defRPr sz="1050" b="0">
                <a:solidFill>
                  <a:srgbClr val="55718F"/>
                </a:solidFill>
              </a:defRPr>
            </a:lvl1pPr>
            <a:lvl2pPr>
              <a:defRPr sz="1050" b="0">
                <a:solidFill>
                  <a:srgbClr val="55718F"/>
                </a:solidFill>
              </a:defRPr>
            </a:lvl2pPr>
            <a:lvl3pPr>
              <a:defRPr sz="1050" b="0">
                <a:solidFill>
                  <a:srgbClr val="55718F"/>
                </a:solidFill>
              </a:defRPr>
            </a:lvl3pPr>
            <a:lvl4pPr>
              <a:defRPr sz="1050" b="0">
                <a:solidFill>
                  <a:srgbClr val="55718F"/>
                </a:solidFill>
              </a:defRPr>
            </a:lvl4pPr>
            <a:lvl5pPr>
              <a:defRPr sz="1050" b="0">
                <a:solidFill>
                  <a:srgbClr val="55718F"/>
                </a:solidFill>
              </a:defRPr>
            </a:lvl5pPr>
            <a:lvl6pPr>
              <a:defRPr sz="1050" b="0">
                <a:solidFill>
                  <a:srgbClr val="55718F"/>
                </a:solidFill>
              </a:defRPr>
            </a:lvl6pPr>
            <a:lvl7pPr>
              <a:defRPr sz="1050" b="0">
                <a:solidFill>
                  <a:srgbClr val="55718F"/>
                </a:solidFill>
              </a:defRPr>
            </a:lvl7pPr>
            <a:lvl8pPr>
              <a:defRPr sz="1050" b="0">
                <a:solidFill>
                  <a:srgbClr val="55718F"/>
                </a:solidFill>
              </a:defRPr>
            </a:lvl8pPr>
            <a:lvl9pPr>
              <a:defRPr sz="1050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5718F"/>
                </a:solidFill>
              </a:defRPr>
            </a:pPr>
            <a:r>
              <a:rPr sz="1050" b="0">
                <a:solidFill>
                  <a:srgbClr val="55718F"/>
                </a:solidFill>
              </a:rPr>
              <a:t>ผู้ใช้ • ภารกิจ • คิว • ประวัติ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99CF1-EF97-4BAD-965C-8F04699F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381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802650-626D-43A9-8949-C3BBF157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40042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A3B82"/>
                </a:solidFill>
              </a:defRPr>
            </a:defPPr>
            <a:lvl1pPr>
              <a:defRPr sz="1050" b="1">
                <a:solidFill>
                  <a:srgbClr val="0A3B82"/>
                </a:solidFill>
              </a:defRPr>
            </a:lvl1pPr>
            <a:lvl2pPr>
              <a:defRPr sz="1050" b="1">
                <a:solidFill>
                  <a:srgbClr val="0A3B82"/>
                </a:solidFill>
              </a:defRPr>
            </a:lvl2pPr>
            <a:lvl3pPr>
              <a:defRPr sz="1050" b="1">
                <a:solidFill>
                  <a:srgbClr val="0A3B82"/>
                </a:solidFill>
              </a:defRPr>
            </a:lvl3pPr>
            <a:lvl4pPr>
              <a:defRPr sz="1050" b="1">
                <a:solidFill>
                  <a:srgbClr val="0A3B82"/>
                </a:solidFill>
              </a:defRPr>
            </a:lvl4pPr>
            <a:lvl5pPr>
              <a:defRPr sz="1050" b="1">
                <a:solidFill>
                  <a:srgbClr val="0A3B82"/>
                </a:solidFill>
              </a:defRPr>
            </a:lvl5pPr>
            <a:lvl6pPr>
              <a:defRPr sz="1050" b="1">
                <a:solidFill>
                  <a:srgbClr val="0A3B82"/>
                </a:solidFill>
              </a:defRPr>
            </a:lvl6pPr>
            <a:lvl7pPr>
              <a:defRPr sz="1050" b="1">
                <a:solidFill>
                  <a:srgbClr val="0A3B82"/>
                </a:solidFill>
              </a:defRPr>
            </a:lvl7pPr>
            <a:lvl8pPr>
              <a:defRPr sz="1050" b="1">
                <a:solidFill>
                  <a:srgbClr val="0A3B82"/>
                </a:solidFill>
              </a:defRPr>
            </a:lvl8pPr>
            <a:lvl9pPr>
              <a:defRPr sz="10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A3B82"/>
                </a:solidFill>
              </a:defRPr>
            </a:pPr>
            <a:r>
              <a:rPr sz="1050" b="1">
                <a:solidFill>
                  <a:srgbClr val="0A3B82"/>
                </a:solidFill>
              </a:rPr>
              <a:t>ROBOT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3B7483-6C9F-474F-B268-607CF569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528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5718F"/>
                </a:solidFill>
              </a:defRPr>
            </a:defPPr>
            <a:lvl1pPr>
              <a:defRPr sz="1050" b="0">
                <a:solidFill>
                  <a:srgbClr val="55718F"/>
                </a:solidFill>
              </a:defRPr>
            </a:lvl1pPr>
            <a:lvl2pPr>
              <a:defRPr sz="1050" b="0">
                <a:solidFill>
                  <a:srgbClr val="55718F"/>
                </a:solidFill>
              </a:defRPr>
            </a:lvl2pPr>
            <a:lvl3pPr>
              <a:defRPr sz="1050" b="0">
                <a:solidFill>
                  <a:srgbClr val="55718F"/>
                </a:solidFill>
              </a:defRPr>
            </a:lvl3pPr>
            <a:lvl4pPr>
              <a:defRPr sz="1050" b="0">
                <a:solidFill>
                  <a:srgbClr val="55718F"/>
                </a:solidFill>
              </a:defRPr>
            </a:lvl4pPr>
            <a:lvl5pPr>
              <a:defRPr sz="1050" b="0">
                <a:solidFill>
                  <a:srgbClr val="55718F"/>
                </a:solidFill>
              </a:defRPr>
            </a:lvl5pPr>
            <a:lvl6pPr>
              <a:defRPr sz="1050" b="0">
                <a:solidFill>
                  <a:srgbClr val="55718F"/>
                </a:solidFill>
              </a:defRPr>
            </a:lvl6pPr>
            <a:lvl7pPr>
              <a:defRPr sz="1050" b="0">
                <a:solidFill>
                  <a:srgbClr val="55718F"/>
                </a:solidFill>
              </a:defRPr>
            </a:lvl7pPr>
            <a:lvl8pPr>
              <a:defRPr sz="1050" b="0">
                <a:solidFill>
                  <a:srgbClr val="55718F"/>
                </a:solidFill>
              </a:defRPr>
            </a:lvl8pPr>
            <a:lvl9pPr>
              <a:defRPr sz="1050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5718F"/>
                </a:solidFill>
              </a:defRPr>
            </a:pPr>
            <a:r>
              <a:rPr sz="1050" b="0">
                <a:solidFill>
                  <a:srgbClr val="55718F"/>
                </a:solidFill>
              </a:rPr>
              <a:t>แปลงคำสั่งและเผยแพร่สถานะ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CFA3B3-729E-4E38-BAC3-520230E4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00550"/>
            <a:ext cx="23812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3517C-C38B-457D-919F-F128C471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6722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  <a:lvl1pPr>
              <a:defRPr sz="1050" b="1">
                <a:solidFill>
                  <a:srgbClr val="FFFFFF"/>
                </a:solidFill>
              </a:defRPr>
            </a:lvl1pPr>
            <a:lvl2pPr>
              <a:defRPr sz="1050" b="1">
                <a:solidFill>
                  <a:srgbClr val="FFFFFF"/>
                </a:solidFill>
              </a:defRPr>
            </a:lvl2pPr>
            <a:lvl3pPr>
              <a:defRPr sz="1050" b="1">
                <a:solidFill>
                  <a:srgbClr val="FFFFFF"/>
                </a:solidFill>
              </a:defRPr>
            </a:lvl3pPr>
            <a:lvl4pPr>
              <a:defRPr sz="1050" b="1">
                <a:solidFill>
                  <a:srgbClr val="FFFFFF"/>
                </a:solidFill>
              </a:defRPr>
            </a:lvl4pPr>
            <a:lvl5pPr>
              <a:defRPr sz="1050" b="1">
                <a:solidFill>
                  <a:srgbClr val="FFFFFF"/>
                </a:solidFill>
              </a:defRPr>
            </a:lvl5pPr>
            <a:lvl6pPr>
              <a:defRPr sz="1050" b="1">
                <a:solidFill>
                  <a:srgbClr val="FFFFFF"/>
                </a:solidFill>
              </a:defRPr>
            </a:lvl6pPr>
            <a:lvl7pPr>
              <a:defRPr sz="1050" b="1">
                <a:solidFill>
                  <a:srgbClr val="FFFFFF"/>
                </a:solidFill>
              </a:defRPr>
            </a:lvl7pPr>
            <a:lvl8pPr>
              <a:defRPr sz="1050" b="1">
                <a:solidFill>
                  <a:srgbClr val="FFFFFF"/>
                </a:solidFill>
              </a:defRPr>
            </a:lvl8pPr>
            <a:lvl9pPr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ROS 2 + HARDWARE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16604-2DA2-4E0A-85B5-B314B664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1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5718F"/>
                </a:solidFill>
              </a:defRPr>
            </a:defPPr>
            <a:lvl1pPr>
              <a:defRPr sz="1050" b="0">
                <a:solidFill>
                  <a:srgbClr val="55718F"/>
                </a:solidFill>
              </a:defRPr>
            </a:lvl1pPr>
            <a:lvl2pPr>
              <a:defRPr sz="1050" b="0">
                <a:solidFill>
                  <a:srgbClr val="55718F"/>
                </a:solidFill>
              </a:defRPr>
            </a:lvl2pPr>
            <a:lvl3pPr>
              <a:defRPr sz="1050" b="0">
                <a:solidFill>
                  <a:srgbClr val="55718F"/>
                </a:solidFill>
              </a:defRPr>
            </a:lvl3pPr>
            <a:lvl4pPr>
              <a:defRPr sz="1050" b="0">
                <a:solidFill>
                  <a:srgbClr val="55718F"/>
                </a:solidFill>
              </a:defRPr>
            </a:lvl4pPr>
            <a:lvl5pPr>
              <a:defRPr sz="1050" b="0">
                <a:solidFill>
                  <a:srgbClr val="55718F"/>
                </a:solidFill>
              </a:defRPr>
            </a:lvl5pPr>
            <a:lvl6pPr>
              <a:defRPr sz="1050" b="0">
                <a:solidFill>
                  <a:srgbClr val="55718F"/>
                </a:solidFill>
              </a:defRPr>
            </a:lvl6pPr>
            <a:lvl7pPr>
              <a:defRPr sz="1050" b="0">
                <a:solidFill>
                  <a:srgbClr val="55718F"/>
                </a:solidFill>
              </a:defRPr>
            </a:lvl7pPr>
            <a:lvl8pPr>
              <a:defRPr sz="1050" b="0">
                <a:solidFill>
                  <a:srgbClr val="55718F"/>
                </a:solidFill>
              </a:defRPr>
            </a:lvl8pPr>
            <a:lvl9pPr>
              <a:defRPr sz="1050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5718F"/>
                </a:solidFill>
              </a:defRPr>
            </a:pPr>
            <a:r>
              <a:rPr sz="1050" b="0">
                <a:solidFill>
                  <a:srgbClr val="55718F"/>
                </a:solidFill>
              </a:rPr>
              <a:t>SLAM • Localization • Nav2 • 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F41EEF-8926-42B5-B336-8DFB3E6D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67350"/>
            <a:ext cx="260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02A43"/>
                </a:solidFill>
              </a:defRPr>
            </a:defPPr>
            <a:lvl1pPr>
              <a:defRPr sz="1125" b="1">
                <a:solidFill>
                  <a:srgbClr val="102A43"/>
                </a:solidFill>
              </a:defRPr>
            </a:lvl1pPr>
            <a:lvl2pPr>
              <a:defRPr sz="1125" b="1">
                <a:solidFill>
                  <a:srgbClr val="102A43"/>
                </a:solidFill>
              </a:defRPr>
            </a:lvl2pPr>
            <a:lvl3pPr>
              <a:defRPr sz="1125" b="1">
                <a:solidFill>
                  <a:srgbClr val="102A43"/>
                </a:solidFill>
              </a:defRPr>
            </a:lvl3pPr>
            <a:lvl4pPr>
              <a:defRPr sz="1125" b="1">
                <a:solidFill>
                  <a:srgbClr val="102A43"/>
                </a:solidFill>
              </a:defRPr>
            </a:lvl4pPr>
            <a:lvl5pPr>
              <a:defRPr sz="1125" b="1">
                <a:solidFill>
                  <a:srgbClr val="102A43"/>
                </a:solidFill>
              </a:defRPr>
            </a:lvl5pPr>
            <a:lvl6pPr>
              <a:defRPr sz="1125" b="1">
                <a:solidFill>
                  <a:srgbClr val="102A43"/>
                </a:solidFill>
              </a:defRPr>
            </a:lvl6pPr>
            <a:lvl7pPr>
              <a:defRPr sz="1125" b="1">
                <a:solidFill>
                  <a:srgbClr val="102A43"/>
                </a:solidFill>
              </a:defRPr>
            </a:lvl7pPr>
            <a:lvl8pPr>
              <a:defRPr sz="1125" b="1">
                <a:solidFill>
                  <a:srgbClr val="102A43"/>
                </a:solidFill>
              </a:defRPr>
            </a:lvl8pPr>
            <a:lvl9pPr>
              <a:defRPr sz="11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Robot Agent คือจุดเชื่อมต่อหลัก</a:t>
            </a:r>
          </a:p>
          <a:p xmlns:a="http://schemas.openxmlformats.org/drawingml/2006/main">
            <a:pPr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ไม่ให้เว็บผูกกับ ROS 2 โดยตรง</a:t>
            </a:r>
          </a:p>
        </p:txBody>
      </p:sp>
    </p:spTree>
    <p:extLst>
      <p:ext uri="{BB962C8B-B14F-4D97-AF65-F5344CB8AC3E}">
        <p14:creationId xmlns:p14="http://schemas.microsoft.com/office/powerpoint/2010/main" val="1323436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EC7322-C490-4706-97F9-C7C86017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ROBOT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D4FC5-0AD2-40C4-9AAF-B334FDF9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C539F-7D4C-4E03-93E7-63FBAB4D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A3B82"/>
                </a:solidFill>
              </a:defRPr>
            </a:defPPr>
            <a:lvl1pPr>
              <a:defRPr sz="2550" b="1">
                <a:solidFill>
                  <a:srgbClr val="0A3B82"/>
                </a:solidFill>
              </a:defRPr>
            </a:lvl1pPr>
            <a:lvl2pPr>
              <a:defRPr sz="2550" b="1">
                <a:solidFill>
                  <a:srgbClr val="0A3B82"/>
                </a:solidFill>
              </a:defRPr>
            </a:lvl2pPr>
            <a:lvl3pPr>
              <a:defRPr sz="2550" b="1">
                <a:solidFill>
                  <a:srgbClr val="0A3B82"/>
                </a:solidFill>
              </a:defRPr>
            </a:lvl3pPr>
            <a:lvl4pPr>
              <a:defRPr sz="2550" b="1">
                <a:solidFill>
                  <a:srgbClr val="0A3B82"/>
                </a:solidFill>
              </a:defRPr>
            </a:lvl4pPr>
            <a:lvl5pPr>
              <a:defRPr sz="2550" b="1">
                <a:solidFill>
                  <a:srgbClr val="0A3B82"/>
                </a:solidFill>
              </a:defRPr>
            </a:lvl5pPr>
            <a:lvl6pPr>
              <a:defRPr sz="2550" b="1">
                <a:solidFill>
                  <a:srgbClr val="0A3B82"/>
                </a:solidFill>
              </a:defRPr>
            </a:lvl6pPr>
            <a:lvl7pPr>
              <a:defRPr sz="2550" b="1">
                <a:solidFill>
                  <a:srgbClr val="0A3B82"/>
                </a:solidFill>
              </a:defRPr>
            </a:lvl7pPr>
            <a:lvl8pPr>
              <a:defRPr sz="2550" b="1">
                <a:solidFill>
                  <a:srgbClr val="0A3B82"/>
                </a:solidFill>
              </a:defRPr>
            </a:lvl8pPr>
            <a:lvl9pPr>
              <a:defRPr sz="25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A3B82"/>
                </a:solidFill>
              </a:defRPr>
            </a:pPr>
            <a:r>
              <a:rPr sz="2550" b="1">
                <a:solidFill>
                  <a:srgbClr val="0A3B82"/>
                </a:solidFill>
              </a:rPr>
              <a:t>ฐานขับเคลื่อนและการควบคุม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95E65-179F-45F9-A666-51E76A95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A7032-1AD2-4CFF-B1D6-28723E68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2001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Differential Drive แปลงความเร็วเชิงเส้นและเชิงมุมเป็นคำสั่งล้อ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21264-389E-4281-86A7-AF801E1F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5718F"/>
                </a:solidFill>
              </a:defRPr>
            </a:defPPr>
            <a:lvl1pPr>
              <a:defRPr sz="750" b="0">
                <a:solidFill>
                  <a:srgbClr val="55718F"/>
                </a:solidFill>
              </a:defRPr>
            </a:lvl1pPr>
            <a:lvl2pPr>
              <a:defRPr sz="750" b="0">
                <a:solidFill>
                  <a:srgbClr val="55718F"/>
                </a:solidFill>
              </a:defRPr>
            </a:lvl2pPr>
            <a:lvl3pPr>
              <a:defRPr sz="750" b="0">
                <a:solidFill>
                  <a:srgbClr val="55718F"/>
                </a:solidFill>
              </a:defRPr>
            </a:lvl3pPr>
            <a:lvl4pPr>
              <a:defRPr sz="750" b="0">
                <a:solidFill>
                  <a:srgbClr val="55718F"/>
                </a:solidFill>
              </a:defRPr>
            </a:lvl4pPr>
            <a:lvl5pPr>
              <a:defRPr sz="750" b="0">
                <a:solidFill>
                  <a:srgbClr val="55718F"/>
                </a:solidFill>
              </a:defRPr>
            </a:lvl5pPr>
            <a:lvl6pPr>
              <a:defRPr sz="750" b="0">
                <a:solidFill>
                  <a:srgbClr val="55718F"/>
                </a:solidFill>
              </a:defRPr>
            </a:lvl6pPr>
            <a:lvl7pPr>
              <a:defRPr sz="750" b="0">
                <a:solidFill>
                  <a:srgbClr val="55718F"/>
                </a:solidFill>
              </a:defRPr>
            </a:lvl7pPr>
            <a:lvl8pPr>
              <a:defRPr sz="750" b="0">
                <a:solidFill>
                  <a:srgbClr val="55718F"/>
                </a:solidFill>
              </a:defRPr>
            </a:lvl8pPr>
            <a:lvl9pPr>
              <a:defRPr sz="750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5718F"/>
                </a:solidFill>
              </a:defRPr>
            </a:pPr>
            <a:r>
              <a:rPr sz="750" b="0">
                <a:solidFill>
                  <a:srgbClr val="55718F"/>
                </a:solidFill>
              </a:rPr>
              <a:t>Indoor Delivery Robot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FF7D8F-D4DC-4076-A2FF-2550A1C3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5238750" cy="4248150"/>
          </a:xfrm>
          <a:prstGeom xmlns:a="http://schemas.openxmlformats.org/drawingml/2006/main" prst="roundRect">
            <a:avLst>
              <a:gd name="adj" fmla="val 5381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2391D1-56FB-4FAB-B38D-7DE3E43EFE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f63a67f7a493b"/>
          <a:stretch xmlns:a="http://schemas.openxmlformats.org/drawingml/2006/main"/>
        </p:blipFill>
        <p:spPr>
          <a:xfrm xmlns:a="http://schemas.openxmlformats.org/drawingml/2006/main">
            <a:off x="800100" y="2286000"/>
            <a:ext cx="4857750" cy="2914650"/>
          </a:xfrm>
          <a:prstGeom xmlns:a="http://schemas.openxmlformats.org/drawingml/2006/main" prst="roundRect">
            <a:avLst>
              <a:gd name="adj" fmla="val 295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422E6-559D-46C7-8966-5FFE39FD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5238750" cy="24765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AF3"/>
            </a:solidFill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040FF-460F-4824-B278-15E77CF979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8e80acdff499d"/>
          <a:stretch xmlns:a="http://schemas.openxmlformats.org/drawingml/2006/main"/>
        </p:blipFill>
        <p:spPr>
          <a:xfrm xmlns:a="http://schemas.openxmlformats.org/drawingml/2006/main">
            <a:off x="7032625" y="1790700"/>
            <a:ext cx="3556000" cy="2133600"/>
          </a:xfrm>
          <a:prstGeom xmlns:a="http://schemas.openxmlformats.org/drawingml/2006/main" prst="roundRect">
            <a:avLst>
              <a:gd name="adj" fmla="val 535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78271-8484-4EA2-8698-F44B9746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005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A3B82"/>
                </a:solidFill>
              </a:defRPr>
            </a:defPPr>
            <a:lvl1pPr>
              <a:defRPr sz="1725" b="1">
                <a:solidFill>
                  <a:srgbClr val="0A3B82"/>
                </a:solidFill>
              </a:defRPr>
            </a:lvl1pPr>
            <a:lvl2pPr>
              <a:defRPr sz="1725" b="1">
                <a:solidFill>
                  <a:srgbClr val="0A3B82"/>
                </a:solidFill>
              </a:defRPr>
            </a:lvl2pPr>
            <a:lvl3pPr>
              <a:defRPr sz="1725" b="1">
                <a:solidFill>
                  <a:srgbClr val="0A3B82"/>
                </a:solidFill>
              </a:defRPr>
            </a:lvl3pPr>
            <a:lvl4pPr>
              <a:defRPr sz="1725" b="1">
                <a:solidFill>
                  <a:srgbClr val="0A3B82"/>
                </a:solidFill>
              </a:defRPr>
            </a:lvl4pPr>
            <a:lvl5pPr>
              <a:defRPr sz="1725" b="1">
                <a:solidFill>
                  <a:srgbClr val="0A3B82"/>
                </a:solidFill>
              </a:defRPr>
            </a:lvl5pPr>
            <a:lvl6pPr>
              <a:defRPr sz="1725" b="1">
                <a:solidFill>
                  <a:srgbClr val="0A3B82"/>
                </a:solidFill>
              </a:defRPr>
            </a:lvl6pPr>
            <a:lvl7pPr>
              <a:defRPr sz="1725" b="1">
                <a:solidFill>
                  <a:srgbClr val="0A3B82"/>
                </a:solidFill>
              </a:defRPr>
            </a:lvl7pPr>
            <a:lvl8pPr>
              <a:defRPr sz="1725" b="1">
                <a:solidFill>
                  <a:srgbClr val="0A3B82"/>
                </a:solidFill>
              </a:defRPr>
            </a:lvl8pPr>
            <a:lvl9pPr>
              <a:defRPr sz="17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A3B82"/>
                </a:solidFill>
              </a:defRPr>
            </a:pPr>
            <a:r>
              <a:rPr sz="1725" b="1">
                <a:solidFill>
                  <a:srgbClr val="0A3B82"/>
                </a:solidFill>
              </a:rPr>
              <a:t>ลำดับการควบคุม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A5D7BF-0056-423F-9D52-A8A1B022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57750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42FD8-49E2-4ADD-A793-E3B258EB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2442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  <a:lvl1pPr>
              <a:defRPr sz="1050" b="1">
                <a:solidFill>
                  <a:srgbClr val="FFFFFF"/>
                </a:solidFill>
              </a:defRPr>
            </a:lvl1pPr>
            <a:lvl2pPr>
              <a:defRPr sz="1050" b="1">
                <a:solidFill>
                  <a:srgbClr val="FFFFFF"/>
                </a:solidFill>
              </a:defRPr>
            </a:lvl2pPr>
            <a:lvl3pPr>
              <a:defRPr sz="1050" b="1">
                <a:solidFill>
                  <a:srgbClr val="FFFFFF"/>
                </a:solidFill>
              </a:defRPr>
            </a:lvl3pPr>
            <a:lvl4pPr>
              <a:defRPr sz="1050" b="1">
                <a:solidFill>
                  <a:srgbClr val="FFFFFF"/>
                </a:solidFill>
              </a:defRPr>
            </a:lvl4pPr>
            <a:lvl5pPr>
              <a:defRPr sz="1050" b="1">
                <a:solidFill>
                  <a:srgbClr val="FFFFFF"/>
                </a:solidFill>
              </a:defRPr>
            </a:lvl5pPr>
            <a:lvl6pPr>
              <a:defRPr sz="1050" b="1">
                <a:solidFill>
                  <a:srgbClr val="FFFFFF"/>
                </a:solidFill>
              </a:defRPr>
            </a:lvl6pPr>
            <a:lvl7pPr>
              <a:defRPr sz="1050" b="1">
                <a:solidFill>
                  <a:srgbClr val="FFFFFF"/>
                </a:solidFill>
              </a:defRPr>
            </a:lvl7pPr>
            <a:lvl8pPr>
              <a:defRPr sz="1050" b="1">
                <a:solidFill>
                  <a:srgbClr val="FFFFFF"/>
                </a:solidFill>
              </a:defRPr>
            </a:lvl8pPr>
            <a:lvl9pPr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cmd_vel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0C120C-0370-4DB0-8CF9-234ED55E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57750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D6410-5087-41B1-8122-AEF184A0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2442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A3B82"/>
                </a:solidFill>
              </a:defRPr>
            </a:defPPr>
            <a:lvl1pPr>
              <a:defRPr sz="1050" b="1">
                <a:solidFill>
                  <a:srgbClr val="0A3B82"/>
                </a:solidFill>
              </a:defRPr>
            </a:lvl1pPr>
            <a:lvl2pPr>
              <a:defRPr sz="1050" b="1">
                <a:solidFill>
                  <a:srgbClr val="0A3B82"/>
                </a:solidFill>
              </a:defRPr>
            </a:lvl2pPr>
            <a:lvl3pPr>
              <a:defRPr sz="1050" b="1">
                <a:solidFill>
                  <a:srgbClr val="0A3B82"/>
                </a:solidFill>
              </a:defRPr>
            </a:lvl3pPr>
            <a:lvl4pPr>
              <a:defRPr sz="1050" b="1">
                <a:solidFill>
                  <a:srgbClr val="0A3B82"/>
                </a:solidFill>
              </a:defRPr>
            </a:lvl4pPr>
            <a:lvl5pPr>
              <a:defRPr sz="1050" b="1">
                <a:solidFill>
                  <a:srgbClr val="0A3B82"/>
                </a:solidFill>
              </a:defRPr>
            </a:lvl5pPr>
            <a:lvl6pPr>
              <a:defRPr sz="1050" b="1">
                <a:solidFill>
                  <a:srgbClr val="0A3B82"/>
                </a:solidFill>
              </a:defRPr>
            </a:lvl6pPr>
            <a:lvl7pPr>
              <a:defRPr sz="1050" b="1">
                <a:solidFill>
                  <a:srgbClr val="0A3B82"/>
                </a:solidFill>
              </a:defRPr>
            </a:lvl7pPr>
            <a:lvl8pPr>
              <a:defRPr sz="1050" b="1">
                <a:solidFill>
                  <a:srgbClr val="0A3B82"/>
                </a:solidFill>
              </a:defRPr>
            </a:lvl8pPr>
            <a:lvl9pPr>
              <a:defRPr sz="10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A3B82"/>
                </a:solidFill>
              </a:defRPr>
            </a:pPr>
            <a:r>
              <a:rPr sz="1050" b="1">
                <a:solidFill>
                  <a:srgbClr val="0A3B82"/>
                </a:solidFill>
              </a:rPr>
              <a:t>คำนวณ vL / vR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146527-7FC3-46AA-A513-BF8C4EAA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857750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2CFDE-FA55-4F74-8F4E-570C5F82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2442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A3B82"/>
                </a:solidFill>
              </a:defRPr>
            </a:defPPr>
            <a:lvl1pPr>
              <a:defRPr sz="1050" b="1">
                <a:solidFill>
                  <a:srgbClr val="0A3B82"/>
                </a:solidFill>
              </a:defRPr>
            </a:lvl1pPr>
            <a:lvl2pPr>
              <a:defRPr sz="1050" b="1">
                <a:solidFill>
                  <a:srgbClr val="0A3B82"/>
                </a:solidFill>
              </a:defRPr>
            </a:lvl2pPr>
            <a:lvl3pPr>
              <a:defRPr sz="1050" b="1">
                <a:solidFill>
                  <a:srgbClr val="0A3B82"/>
                </a:solidFill>
              </a:defRPr>
            </a:lvl3pPr>
            <a:lvl4pPr>
              <a:defRPr sz="1050" b="1">
                <a:solidFill>
                  <a:srgbClr val="0A3B82"/>
                </a:solidFill>
              </a:defRPr>
            </a:lvl4pPr>
            <a:lvl5pPr>
              <a:defRPr sz="1050" b="1">
                <a:solidFill>
                  <a:srgbClr val="0A3B82"/>
                </a:solidFill>
              </a:defRPr>
            </a:lvl5pPr>
            <a:lvl6pPr>
              <a:defRPr sz="1050" b="1">
                <a:solidFill>
                  <a:srgbClr val="0A3B82"/>
                </a:solidFill>
              </a:defRPr>
            </a:lvl6pPr>
            <a:lvl7pPr>
              <a:defRPr sz="1050" b="1">
                <a:solidFill>
                  <a:srgbClr val="0A3B82"/>
                </a:solidFill>
              </a:defRPr>
            </a:lvl7pPr>
            <a:lvl8pPr>
              <a:defRPr sz="1050" b="1">
                <a:solidFill>
                  <a:srgbClr val="0A3B82"/>
                </a:solidFill>
              </a:defRPr>
            </a:lvl8pPr>
            <a:lvl9pPr>
              <a:defRPr sz="10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A3B82"/>
                </a:solidFill>
              </a:defRPr>
            </a:pPr>
            <a:r>
              <a:rPr sz="1050" b="1">
                <a:solidFill>
                  <a:srgbClr val="0A3B82"/>
                </a:solidFill>
              </a:rPr>
              <a:t>ควบคุม 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2E39A2-427F-4705-8C81-FD73D9BA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10200"/>
            <a:ext cx="1428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1A214D-6D0B-412D-A28E-CDEA17F1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476875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A3B82"/>
                </a:solidFill>
              </a:defRPr>
            </a:defPPr>
            <a:lvl1pPr>
              <a:defRPr sz="1050" b="1">
                <a:solidFill>
                  <a:srgbClr val="0A3B82"/>
                </a:solidFill>
              </a:defRPr>
            </a:lvl1pPr>
            <a:lvl2pPr>
              <a:defRPr sz="1050" b="1">
                <a:solidFill>
                  <a:srgbClr val="0A3B82"/>
                </a:solidFill>
              </a:defRPr>
            </a:lvl2pPr>
            <a:lvl3pPr>
              <a:defRPr sz="1050" b="1">
                <a:solidFill>
                  <a:srgbClr val="0A3B82"/>
                </a:solidFill>
              </a:defRPr>
            </a:lvl3pPr>
            <a:lvl4pPr>
              <a:defRPr sz="1050" b="1">
                <a:solidFill>
                  <a:srgbClr val="0A3B82"/>
                </a:solidFill>
              </a:defRPr>
            </a:lvl4pPr>
            <a:lvl5pPr>
              <a:defRPr sz="1050" b="1">
                <a:solidFill>
                  <a:srgbClr val="0A3B82"/>
                </a:solidFill>
              </a:defRPr>
            </a:lvl5pPr>
            <a:lvl6pPr>
              <a:defRPr sz="1050" b="1">
                <a:solidFill>
                  <a:srgbClr val="0A3B82"/>
                </a:solidFill>
              </a:defRPr>
            </a:lvl6pPr>
            <a:lvl7pPr>
              <a:defRPr sz="1050" b="1">
                <a:solidFill>
                  <a:srgbClr val="0A3B82"/>
                </a:solidFill>
              </a:defRPr>
            </a:lvl7pPr>
            <a:lvl8pPr>
              <a:defRPr sz="1050" b="1">
                <a:solidFill>
                  <a:srgbClr val="0A3B82"/>
                </a:solidFill>
              </a:defRPr>
            </a:lvl8pPr>
            <a:lvl9pPr>
              <a:defRPr sz="10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A3B82"/>
                </a:solidFill>
              </a:defRPr>
            </a:pPr>
            <a:r>
              <a:rPr sz="1050" b="1">
                <a:solidFill>
                  <a:srgbClr val="0A3B82"/>
                </a:solidFill>
              </a:rPr>
              <a:t>PWM มอเตอร์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04EFB-57EC-4FA3-8BEE-BD407531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10200"/>
            <a:ext cx="21336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218187-4C78-46BD-B098-EE862356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768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A3B82"/>
                </a:solidFill>
              </a:defRPr>
            </a:defPPr>
            <a:lvl1pPr>
              <a:defRPr sz="1050" b="1">
                <a:solidFill>
                  <a:srgbClr val="0A3B82"/>
                </a:solidFill>
              </a:defRPr>
            </a:lvl1pPr>
            <a:lvl2pPr>
              <a:defRPr sz="1050" b="1">
                <a:solidFill>
                  <a:srgbClr val="0A3B82"/>
                </a:solidFill>
              </a:defRPr>
            </a:lvl2pPr>
            <a:lvl3pPr>
              <a:defRPr sz="1050" b="1">
                <a:solidFill>
                  <a:srgbClr val="0A3B82"/>
                </a:solidFill>
              </a:defRPr>
            </a:lvl3pPr>
            <a:lvl4pPr>
              <a:defRPr sz="1050" b="1">
                <a:solidFill>
                  <a:srgbClr val="0A3B82"/>
                </a:solidFill>
              </a:defRPr>
            </a:lvl4pPr>
            <a:lvl5pPr>
              <a:defRPr sz="1050" b="1">
                <a:solidFill>
                  <a:srgbClr val="0A3B82"/>
                </a:solidFill>
              </a:defRPr>
            </a:lvl5pPr>
            <a:lvl6pPr>
              <a:defRPr sz="1050" b="1">
                <a:solidFill>
                  <a:srgbClr val="0A3B82"/>
                </a:solidFill>
              </a:defRPr>
            </a:lvl6pPr>
            <a:lvl7pPr>
              <a:defRPr sz="1050" b="1">
                <a:solidFill>
                  <a:srgbClr val="0A3B82"/>
                </a:solidFill>
              </a:defRPr>
            </a:lvl7pPr>
            <a:lvl8pPr>
              <a:defRPr sz="1050" b="1">
                <a:solidFill>
                  <a:srgbClr val="0A3B82"/>
                </a:solidFill>
              </a:defRPr>
            </a:lvl8pPr>
            <a:lvl9pPr>
              <a:defRPr sz="10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A3B82"/>
                </a:solidFill>
              </a:defRPr>
            </a:pPr>
            <a:r>
              <a:rPr sz="1050" b="1">
                <a:solidFill>
                  <a:srgbClr val="0A3B82"/>
                </a:solidFill>
              </a:rPr>
              <a:t>Encoder feedback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C81F1D-8034-47C4-9CCA-83D39476A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0388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5718F"/>
                </a:solidFill>
              </a:defRPr>
            </a:defPPr>
            <a:lvl1pPr>
              <a:defRPr sz="1050" b="0">
                <a:solidFill>
                  <a:srgbClr val="55718F"/>
                </a:solidFill>
              </a:defRPr>
            </a:lvl1pPr>
            <a:lvl2pPr>
              <a:defRPr sz="1050" b="0">
                <a:solidFill>
                  <a:srgbClr val="55718F"/>
                </a:solidFill>
              </a:defRPr>
            </a:lvl2pPr>
            <a:lvl3pPr>
              <a:defRPr sz="1050" b="0">
                <a:solidFill>
                  <a:srgbClr val="55718F"/>
                </a:solidFill>
              </a:defRPr>
            </a:lvl3pPr>
            <a:lvl4pPr>
              <a:defRPr sz="1050" b="0">
                <a:solidFill>
                  <a:srgbClr val="55718F"/>
                </a:solidFill>
              </a:defRPr>
            </a:lvl4pPr>
            <a:lvl5pPr>
              <a:defRPr sz="1050" b="0">
                <a:solidFill>
                  <a:srgbClr val="55718F"/>
                </a:solidFill>
              </a:defRPr>
            </a:lvl5pPr>
            <a:lvl6pPr>
              <a:defRPr sz="1050" b="0">
                <a:solidFill>
                  <a:srgbClr val="55718F"/>
                </a:solidFill>
              </a:defRPr>
            </a:lvl6pPr>
            <a:lvl7pPr>
              <a:defRPr sz="1050" b="0">
                <a:solidFill>
                  <a:srgbClr val="55718F"/>
                </a:solidFill>
              </a:defRPr>
            </a:lvl7pPr>
            <a:lvl8pPr>
              <a:defRPr sz="1050" b="0">
                <a:solidFill>
                  <a:srgbClr val="55718F"/>
                </a:solidFill>
              </a:defRPr>
            </a:lvl8pPr>
            <a:lvl9pPr>
              <a:defRPr sz="1050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5718F"/>
                </a:solidFill>
              </a:defRPr>
            </a:pPr>
            <a:r>
              <a:rPr sz="1050" b="0">
                <a:solidFill>
                  <a:srgbClr val="55718F"/>
                </a:solidFill>
              </a:rPr>
              <a:t>ใช้ผลตอบกลับจาก Encoder เพื่อลดความคลาดเคลื่อนของความเร็วล้อ</a:t>
            </a:r>
          </a:p>
        </p:txBody>
      </p:sp>
    </p:spTree>
    <p:extLst>
      <p:ext uri="{BB962C8B-B14F-4D97-AF65-F5344CB8AC3E}">
        <p14:creationId xmlns:p14="http://schemas.microsoft.com/office/powerpoint/2010/main" val="17995962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E8AA0B-95B3-461D-BC04-77A42438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NAVIGATION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A280C-CC21-4657-9E4A-01DD0FE4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570C8-ED43-43F1-AA20-8BF199A7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A3B82"/>
                </a:solidFill>
              </a:defRPr>
            </a:defPPr>
            <a:lvl1pPr>
              <a:defRPr sz="2550" b="1">
                <a:solidFill>
                  <a:srgbClr val="0A3B82"/>
                </a:solidFill>
              </a:defRPr>
            </a:lvl1pPr>
            <a:lvl2pPr>
              <a:defRPr sz="2550" b="1">
                <a:solidFill>
                  <a:srgbClr val="0A3B82"/>
                </a:solidFill>
              </a:defRPr>
            </a:lvl2pPr>
            <a:lvl3pPr>
              <a:defRPr sz="2550" b="1">
                <a:solidFill>
                  <a:srgbClr val="0A3B82"/>
                </a:solidFill>
              </a:defRPr>
            </a:lvl3pPr>
            <a:lvl4pPr>
              <a:defRPr sz="2550" b="1">
                <a:solidFill>
                  <a:srgbClr val="0A3B82"/>
                </a:solidFill>
              </a:defRPr>
            </a:lvl4pPr>
            <a:lvl5pPr>
              <a:defRPr sz="2550" b="1">
                <a:solidFill>
                  <a:srgbClr val="0A3B82"/>
                </a:solidFill>
              </a:defRPr>
            </a:lvl5pPr>
            <a:lvl6pPr>
              <a:defRPr sz="2550" b="1">
                <a:solidFill>
                  <a:srgbClr val="0A3B82"/>
                </a:solidFill>
              </a:defRPr>
            </a:lvl6pPr>
            <a:lvl7pPr>
              <a:defRPr sz="2550" b="1">
                <a:solidFill>
                  <a:srgbClr val="0A3B82"/>
                </a:solidFill>
              </a:defRPr>
            </a:lvl7pPr>
            <a:lvl8pPr>
              <a:defRPr sz="2550" b="1">
                <a:solidFill>
                  <a:srgbClr val="0A3B82"/>
                </a:solidFill>
              </a:defRPr>
            </a:lvl8pPr>
            <a:lvl9pPr>
              <a:defRPr sz="25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A3B82"/>
                </a:solidFill>
              </a:defRPr>
            </a:pPr>
            <a:r>
              <a:rPr sz="2550" b="1">
                <a:solidFill>
                  <a:srgbClr val="0A3B82"/>
                </a:solidFill>
              </a:rPr>
              <a:t>การสร้างแผนที่ ระบุตำแหน่ง และนำทาง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90C70-5846-44C2-8FEA-2FF59461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40D22-5658-4DAE-8D72-B59CDFAF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2001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โมดูลแต่ละตัวรับผิดชอบคนละช่วงของวงจรการเคลื่อนที่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C15C1-1503-4E82-A095-48FA0AAC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5718F"/>
                </a:solidFill>
              </a:defRPr>
            </a:defPPr>
            <a:lvl1pPr>
              <a:defRPr sz="750" b="0">
                <a:solidFill>
                  <a:srgbClr val="55718F"/>
                </a:solidFill>
              </a:defRPr>
            </a:lvl1pPr>
            <a:lvl2pPr>
              <a:defRPr sz="750" b="0">
                <a:solidFill>
                  <a:srgbClr val="55718F"/>
                </a:solidFill>
              </a:defRPr>
            </a:lvl2pPr>
            <a:lvl3pPr>
              <a:defRPr sz="750" b="0">
                <a:solidFill>
                  <a:srgbClr val="55718F"/>
                </a:solidFill>
              </a:defRPr>
            </a:lvl3pPr>
            <a:lvl4pPr>
              <a:defRPr sz="750" b="0">
                <a:solidFill>
                  <a:srgbClr val="55718F"/>
                </a:solidFill>
              </a:defRPr>
            </a:lvl4pPr>
            <a:lvl5pPr>
              <a:defRPr sz="750" b="0">
                <a:solidFill>
                  <a:srgbClr val="55718F"/>
                </a:solidFill>
              </a:defRPr>
            </a:lvl5pPr>
            <a:lvl6pPr>
              <a:defRPr sz="750" b="0">
                <a:solidFill>
                  <a:srgbClr val="55718F"/>
                </a:solidFill>
              </a:defRPr>
            </a:lvl6pPr>
            <a:lvl7pPr>
              <a:defRPr sz="750" b="0">
                <a:solidFill>
                  <a:srgbClr val="55718F"/>
                </a:solidFill>
              </a:defRPr>
            </a:lvl7pPr>
            <a:lvl8pPr>
              <a:defRPr sz="750" b="0">
                <a:solidFill>
                  <a:srgbClr val="55718F"/>
                </a:solidFill>
              </a:defRPr>
            </a:lvl8pPr>
            <a:lvl9pPr>
              <a:defRPr sz="750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5718F"/>
                </a:solidFill>
              </a:defRPr>
            </a:pPr>
            <a:r>
              <a:rPr sz="750" b="0">
                <a:solidFill>
                  <a:srgbClr val="55718F"/>
                </a:solidFill>
              </a:rPr>
              <a:t>Indoor Delivery Robot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54E45-04DA-4BFE-BA8E-3D8772EA20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c6ca7559c4e1a"/>
          <a:stretch xmlns:a="http://schemas.openxmlformats.org/drawingml/2006/main"/>
        </p:blipFill>
        <p:spPr>
          <a:xfrm xmlns:a="http://schemas.openxmlformats.org/drawingml/2006/main">
            <a:off x="609600" y="1685925"/>
            <a:ext cx="7239000" cy="4343400"/>
          </a:xfrm>
          <a:prstGeom xmlns:a="http://schemas.openxmlformats.org/drawingml/2006/main" prst="roundRect">
            <a:avLst>
              <a:gd name="adj" fmla="val 29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28DF8-C67C-4D63-8ACF-D40FE623C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7526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78BE"/>
                </a:solidFill>
              </a:defRPr>
            </a:defPPr>
            <a:lvl1pPr>
              <a:defRPr sz="1275" b="1">
                <a:solidFill>
                  <a:srgbClr val="1678BE"/>
                </a:solidFill>
              </a:defRPr>
            </a:lvl1pPr>
            <a:lvl2pPr>
              <a:defRPr sz="1275" b="1">
                <a:solidFill>
                  <a:srgbClr val="1678BE"/>
                </a:solidFill>
              </a:defRPr>
            </a:lvl2pPr>
            <a:lvl3pPr>
              <a:defRPr sz="1275" b="1">
                <a:solidFill>
                  <a:srgbClr val="1678BE"/>
                </a:solidFill>
              </a:defRPr>
            </a:lvl3pPr>
            <a:lvl4pPr>
              <a:defRPr sz="1275" b="1">
                <a:solidFill>
                  <a:srgbClr val="1678BE"/>
                </a:solidFill>
              </a:defRPr>
            </a:lvl4pPr>
            <a:lvl5pPr>
              <a:defRPr sz="1275" b="1">
                <a:solidFill>
                  <a:srgbClr val="1678BE"/>
                </a:solidFill>
              </a:defRPr>
            </a:lvl5pPr>
            <a:lvl6pPr>
              <a:defRPr sz="1275" b="1">
                <a:solidFill>
                  <a:srgbClr val="1678BE"/>
                </a:solidFill>
              </a:defRPr>
            </a:lvl6pPr>
            <a:lvl7pPr>
              <a:defRPr sz="1275" b="1">
                <a:solidFill>
                  <a:srgbClr val="1678BE"/>
                </a:solidFill>
              </a:defRPr>
            </a:lvl7pPr>
            <a:lvl8pPr>
              <a:defRPr sz="1275" b="1">
                <a:solidFill>
                  <a:srgbClr val="1678BE"/>
                </a:solidFill>
              </a:defRPr>
            </a:lvl8pPr>
            <a:lvl9pPr>
              <a:defRPr sz="12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78BE"/>
                </a:solidFill>
              </a:defRPr>
            </a:pPr>
            <a:r>
              <a:rPr sz="1275" b="1">
                <a:solidFill>
                  <a:srgbClr val="1678BE"/>
                </a:solidFill>
              </a:rPr>
              <a:t>SLAM TOOLBOX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613BF-14DA-4254-AE8A-3AEB00A5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764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สร้าง occupancy map จาก LaserScan และ Odometry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EFE9A-450C-4648-B6A3-5908899A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43200"/>
            <a:ext cx="278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AC042-A97F-44C3-806A-C405D08B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9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78BE"/>
                </a:solidFill>
              </a:defRPr>
            </a:defPPr>
            <a:lvl1pPr>
              <a:defRPr sz="1275" b="1">
                <a:solidFill>
                  <a:srgbClr val="1678BE"/>
                </a:solidFill>
              </a:defRPr>
            </a:lvl1pPr>
            <a:lvl2pPr>
              <a:defRPr sz="1275" b="1">
                <a:solidFill>
                  <a:srgbClr val="1678BE"/>
                </a:solidFill>
              </a:defRPr>
            </a:lvl2pPr>
            <a:lvl3pPr>
              <a:defRPr sz="1275" b="1">
                <a:solidFill>
                  <a:srgbClr val="1678BE"/>
                </a:solidFill>
              </a:defRPr>
            </a:lvl3pPr>
            <a:lvl4pPr>
              <a:defRPr sz="1275" b="1">
                <a:solidFill>
                  <a:srgbClr val="1678BE"/>
                </a:solidFill>
              </a:defRPr>
            </a:lvl4pPr>
            <a:lvl5pPr>
              <a:defRPr sz="1275" b="1">
                <a:solidFill>
                  <a:srgbClr val="1678BE"/>
                </a:solidFill>
              </a:defRPr>
            </a:lvl5pPr>
            <a:lvl6pPr>
              <a:defRPr sz="1275" b="1">
                <a:solidFill>
                  <a:srgbClr val="1678BE"/>
                </a:solidFill>
              </a:defRPr>
            </a:lvl6pPr>
            <a:lvl7pPr>
              <a:defRPr sz="1275" b="1">
                <a:solidFill>
                  <a:srgbClr val="1678BE"/>
                </a:solidFill>
              </a:defRPr>
            </a:lvl7pPr>
            <a:lvl8pPr>
              <a:defRPr sz="1275" b="1">
                <a:solidFill>
                  <a:srgbClr val="1678BE"/>
                </a:solidFill>
              </a:defRPr>
            </a:lvl8pPr>
            <a:lvl9pPr>
              <a:defRPr sz="12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78BE"/>
                </a:solidFill>
              </a:defRPr>
            </a:pPr>
            <a:r>
              <a:rPr sz="1275" b="1">
                <a:solidFill>
                  <a:srgbClr val="1678BE"/>
                </a:solidFill>
              </a:rPr>
              <a:t>AMCL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0EED5-0392-4AB8-AD8A-6B92EE71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33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ประมาณตำแหน่งของหุ่นยนต์บนแผนที่ที่เลือก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683DC-548F-4B9E-8F32-E0276A59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781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352E9C-18BA-4A1E-8E50-23645E2B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67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78BE"/>
                </a:solidFill>
              </a:defRPr>
            </a:defPPr>
            <a:lvl1pPr>
              <a:defRPr sz="1275" b="1">
                <a:solidFill>
                  <a:srgbClr val="1678BE"/>
                </a:solidFill>
              </a:defRPr>
            </a:lvl1pPr>
            <a:lvl2pPr>
              <a:defRPr sz="1275" b="1">
                <a:solidFill>
                  <a:srgbClr val="1678BE"/>
                </a:solidFill>
              </a:defRPr>
            </a:lvl2pPr>
            <a:lvl3pPr>
              <a:defRPr sz="1275" b="1">
                <a:solidFill>
                  <a:srgbClr val="1678BE"/>
                </a:solidFill>
              </a:defRPr>
            </a:lvl3pPr>
            <a:lvl4pPr>
              <a:defRPr sz="1275" b="1">
                <a:solidFill>
                  <a:srgbClr val="1678BE"/>
                </a:solidFill>
              </a:defRPr>
            </a:lvl4pPr>
            <a:lvl5pPr>
              <a:defRPr sz="1275" b="1">
                <a:solidFill>
                  <a:srgbClr val="1678BE"/>
                </a:solidFill>
              </a:defRPr>
            </a:lvl5pPr>
            <a:lvl6pPr>
              <a:defRPr sz="1275" b="1">
                <a:solidFill>
                  <a:srgbClr val="1678BE"/>
                </a:solidFill>
              </a:defRPr>
            </a:lvl6pPr>
            <a:lvl7pPr>
              <a:defRPr sz="1275" b="1">
                <a:solidFill>
                  <a:srgbClr val="1678BE"/>
                </a:solidFill>
              </a:defRPr>
            </a:lvl7pPr>
            <a:lvl8pPr>
              <a:defRPr sz="1275" b="1">
                <a:solidFill>
                  <a:srgbClr val="1678BE"/>
                </a:solidFill>
              </a:defRPr>
            </a:lvl8pPr>
            <a:lvl9pPr>
              <a:defRPr sz="12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78BE"/>
                </a:solidFill>
              </a:defRPr>
            </a:pPr>
            <a:r>
              <a:rPr sz="1275" b="1">
                <a:solidFill>
                  <a:srgbClr val="1678BE"/>
                </a:solidFill>
              </a:rPr>
              <a:t>NAV2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1B5850-A674-4DED-A9CC-9766AC88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910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รับเป้าหมาย วางแผนเส้นทาง และส่งคำสั่งความเร็ว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6E337A-2E4A-4041-9FEE-1BF2A0BD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91150"/>
            <a:ext cx="27813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AB3E72-1691-4697-8E2A-9D04B281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55307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FFFFFF"/>
                </a:solidFill>
              </a:defRPr>
            </a:defPPr>
            <a:lvl1pPr>
              <a:defRPr sz="975" b="1">
                <a:solidFill>
                  <a:srgbClr val="FFFFFF"/>
                </a:solidFill>
              </a:defRPr>
            </a:lvl1pPr>
            <a:lvl2pPr>
              <a:defRPr sz="975" b="1">
                <a:solidFill>
                  <a:srgbClr val="FFFFFF"/>
                </a:solidFill>
              </a:defRPr>
            </a:lvl2pPr>
            <a:lvl3pPr>
              <a:defRPr sz="975" b="1">
                <a:solidFill>
                  <a:srgbClr val="FFFFFF"/>
                </a:solidFill>
              </a:defRPr>
            </a:lvl3pPr>
            <a:lvl4pPr>
              <a:defRPr sz="975" b="1">
                <a:solidFill>
                  <a:srgbClr val="FFFFFF"/>
                </a:solidFill>
              </a:defRPr>
            </a:lvl4pPr>
            <a:lvl5pPr>
              <a:defRPr sz="975" b="1">
                <a:solidFill>
                  <a:srgbClr val="FFFFFF"/>
                </a:solidFill>
              </a:defRPr>
            </a:lvl5pPr>
            <a:lvl6pPr>
              <a:defRPr sz="975" b="1">
                <a:solidFill>
                  <a:srgbClr val="FFFFFF"/>
                </a:solidFill>
              </a:defRPr>
            </a:lvl6pPr>
            <a:lvl7pPr>
              <a:defRPr sz="975" b="1">
                <a:solidFill>
                  <a:srgbClr val="FFFFFF"/>
                </a:solidFill>
              </a:defRPr>
            </a:lvl7pPr>
            <a:lvl8pPr>
              <a:defRPr sz="975" b="1">
                <a:solidFill>
                  <a:srgbClr val="FFFFFF"/>
                </a:solidFill>
              </a:defRPr>
            </a:lvl8pPr>
            <a:lvl9pPr>
              <a:defRPr sz="9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MAP → POSE → PATH → MOTION</a:t>
            </a:r>
          </a:p>
        </p:txBody>
      </p:sp>
    </p:spTree>
    <p:extLst>
      <p:ext uri="{BB962C8B-B14F-4D97-AF65-F5344CB8AC3E}">
        <p14:creationId xmlns:p14="http://schemas.microsoft.com/office/powerpoint/2010/main" val="18359986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F8770-7566-4EB2-9631-665C8CEC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SYSTEM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FADC7-9107-4FB7-B0AB-609E696B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4ED7D3-FC25-463D-A27F-CECB214D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A3B82"/>
                </a:solidFill>
              </a:defRPr>
            </a:defPPr>
            <a:lvl1pPr>
              <a:defRPr sz="2550" b="1">
                <a:solidFill>
                  <a:srgbClr val="0A3B82"/>
                </a:solidFill>
              </a:defRPr>
            </a:lvl1pPr>
            <a:lvl2pPr>
              <a:defRPr sz="2550" b="1">
                <a:solidFill>
                  <a:srgbClr val="0A3B82"/>
                </a:solidFill>
              </a:defRPr>
            </a:lvl2pPr>
            <a:lvl3pPr>
              <a:defRPr sz="2550" b="1">
                <a:solidFill>
                  <a:srgbClr val="0A3B82"/>
                </a:solidFill>
              </a:defRPr>
            </a:lvl3pPr>
            <a:lvl4pPr>
              <a:defRPr sz="2550" b="1">
                <a:solidFill>
                  <a:srgbClr val="0A3B82"/>
                </a:solidFill>
              </a:defRPr>
            </a:lvl4pPr>
            <a:lvl5pPr>
              <a:defRPr sz="2550" b="1">
                <a:solidFill>
                  <a:srgbClr val="0A3B82"/>
                </a:solidFill>
              </a:defRPr>
            </a:lvl5pPr>
            <a:lvl6pPr>
              <a:defRPr sz="2550" b="1">
                <a:solidFill>
                  <a:srgbClr val="0A3B82"/>
                </a:solidFill>
              </a:defRPr>
            </a:lvl6pPr>
            <a:lvl7pPr>
              <a:defRPr sz="2550" b="1">
                <a:solidFill>
                  <a:srgbClr val="0A3B82"/>
                </a:solidFill>
              </a:defRPr>
            </a:lvl7pPr>
            <a:lvl8pPr>
              <a:defRPr sz="2550" b="1">
                <a:solidFill>
                  <a:srgbClr val="0A3B82"/>
                </a:solidFill>
              </a:defRPr>
            </a:lvl8pPr>
            <a:lvl9pPr>
              <a:defRPr sz="25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A3B82"/>
                </a:solidFill>
              </a:defRPr>
            </a:pPr>
            <a:r>
              <a:rPr sz="2550" b="1">
                <a:solidFill>
                  <a:srgbClr val="0A3B82"/>
                </a:solidFill>
              </a:rPr>
              <a:t>เว็บแอปพลิเคชันและ Robot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E4E7C-CBF2-4DC3-815C-AE0712B6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2F248-4334-4001-86D7-B381E707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2001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แยกหน้าที่จัดการภารกิจออกจากระบบนำทาง แต่แลกเปลี่ยนสถานะต่อเนื่อง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7FEFF6-0D09-406F-B512-CBD42DFA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5718F"/>
                </a:solidFill>
              </a:defRPr>
            </a:defPPr>
            <a:lvl1pPr>
              <a:defRPr sz="750" b="0">
                <a:solidFill>
                  <a:srgbClr val="55718F"/>
                </a:solidFill>
              </a:defRPr>
            </a:lvl1pPr>
            <a:lvl2pPr>
              <a:defRPr sz="750" b="0">
                <a:solidFill>
                  <a:srgbClr val="55718F"/>
                </a:solidFill>
              </a:defRPr>
            </a:lvl2pPr>
            <a:lvl3pPr>
              <a:defRPr sz="750" b="0">
                <a:solidFill>
                  <a:srgbClr val="55718F"/>
                </a:solidFill>
              </a:defRPr>
            </a:lvl3pPr>
            <a:lvl4pPr>
              <a:defRPr sz="750" b="0">
                <a:solidFill>
                  <a:srgbClr val="55718F"/>
                </a:solidFill>
              </a:defRPr>
            </a:lvl4pPr>
            <a:lvl5pPr>
              <a:defRPr sz="750" b="0">
                <a:solidFill>
                  <a:srgbClr val="55718F"/>
                </a:solidFill>
              </a:defRPr>
            </a:lvl5pPr>
            <a:lvl6pPr>
              <a:defRPr sz="750" b="0">
                <a:solidFill>
                  <a:srgbClr val="55718F"/>
                </a:solidFill>
              </a:defRPr>
            </a:lvl6pPr>
            <a:lvl7pPr>
              <a:defRPr sz="750" b="0">
                <a:solidFill>
                  <a:srgbClr val="55718F"/>
                </a:solidFill>
              </a:defRPr>
            </a:lvl7pPr>
            <a:lvl8pPr>
              <a:defRPr sz="750" b="0">
                <a:solidFill>
                  <a:srgbClr val="55718F"/>
                </a:solidFill>
              </a:defRPr>
            </a:lvl8pPr>
            <a:lvl9pPr>
              <a:defRPr sz="750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5718F"/>
                </a:solidFill>
              </a:defRPr>
            </a:pPr>
            <a:r>
              <a:rPr sz="750" b="0">
                <a:solidFill>
                  <a:srgbClr val="55718F"/>
                </a:solidFill>
              </a:rPr>
              <a:t>Indoor Delivery Robot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8865C5-F7F0-486B-919D-4D85B59E60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b72efef864231"/>
          <a:stretch xmlns:a="http://schemas.openxmlformats.org/drawingml/2006/main"/>
        </p:blipFill>
        <p:spPr>
          <a:xfrm xmlns:a="http://schemas.openxmlformats.org/drawingml/2006/main">
            <a:off x="609600" y="1946216"/>
            <a:ext cx="7029450" cy="3956168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A6ED7-C7D6-4B5E-9ABC-4E0AD02D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A3B82"/>
                </a:solidFill>
              </a:defRPr>
            </a:defPPr>
            <a:lvl1pPr>
              <a:defRPr sz="1725" b="1">
                <a:solidFill>
                  <a:srgbClr val="0A3B82"/>
                </a:solidFill>
              </a:defRPr>
            </a:lvl1pPr>
            <a:lvl2pPr>
              <a:defRPr sz="1725" b="1">
                <a:solidFill>
                  <a:srgbClr val="0A3B82"/>
                </a:solidFill>
              </a:defRPr>
            </a:lvl2pPr>
            <a:lvl3pPr>
              <a:defRPr sz="1725" b="1">
                <a:solidFill>
                  <a:srgbClr val="0A3B82"/>
                </a:solidFill>
              </a:defRPr>
            </a:lvl3pPr>
            <a:lvl4pPr>
              <a:defRPr sz="1725" b="1">
                <a:solidFill>
                  <a:srgbClr val="0A3B82"/>
                </a:solidFill>
              </a:defRPr>
            </a:lvl4pPr>
            <a:lvl5pPr>
              <a:defRPr sz="1725" b="1">
                <a:solidFill>
                  <a:srgbClr val="0A3B82"/>
                </a:solidFill>
              </a:defRPr>
            </a:lvl5pPr>
            <a:lvl6pPr>
              <a:defRPr sz="1725" b="1">
                <a:solidFill>
                  <a:srgbClr val="0A3B82"/>
                </a:solidFill>
              </a:defRPr>
            </a:lvl6pPr>
            <a:lvl7pPr>
              <a:defRPr sz="1725" b="1">
                <a:solidFill>
                  <a:srgbClr val="0A3B82"/>
                </a:solidFill>
              </a:defRPr>
            </a:lvl7pPr>
            <a:lvl8pPr>
              <a:defRPr sz="1725" b="1">
                <a:solidFill>
                  <a:srgbClr val="0A3B82"/>
                </a:solidFill>
              </a:defRPr>
            </a:lvl8pPr>
            <a:lvl9pPr>
              <a:defRPr sz="17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A3B82"/>
                </a:solidFill>
              </a:defRPr>
            </a:pPr>
            <a:r>
              <a:rPr sz="1725" b="1">
                <a:solidFill>
                  <a:srgbClr val="0A3B82"/>
                </a:solidFill>
              </a:rPr>
              <a:t>บทบาทสำคัญ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94747-16E8-4DAD-8100-8510441A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050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78BE"/>
                </a:solidFill>
              </a:defRPr>
            </a:defPPr>
            <a:lvl1pPr>
              <a:defRPr sz="1275" b="1">
                <a:solidFill>
                  <a:srgbClr val="1678BE"/>
                </a:solidFill>
              </a:defRPr>
            </a:lvl1pPr>
            <a:lvl2pPr>
              <a:defRPr sz="1275" b="1">
                <a:solidFill>
                  <a:srgbClr val="1678BE"/>
                </a:solidFill>
              </a:defRPr>
            </a:lvl2pPr>
            <a:lvl3pPr>
              <a:defRPr sz="1275" b="1">
                <a:solidFill>
                  <a:srgbClr val="1678BE"/>
                </a:solidFill>
              </a:defRPr>
            </a:lvl3pPr>
            <a:lvl4pPr>
              <a:defRPr sz="1275" b="1">
                <a:solidFill>
                  <a:srgbClr val="1678BE"/>
                </a:solidFill>
              </a:defRPr>
            </a:lvl4pPr>
            <a:lvl5pPr>
              <a:defRPr sz="1275" b="1">
                <a:solidFill>
                  <a:srgbClr val="1678BE"/>
                </a:solidFill>
              </a:defRPr>
            </a:lvl5pPr>
            <a:lvl6pPr>
              <a:defRPr sz="1275" b="1">
                <a:solidFill>
                  <a:srgbClr val="1678BE"/>
                </a:solidFill>
              </a:defRPr>
            </a:lvl6pPr>
            <a:lvl7pPr>
              <a:defRPr sz="1275" b="1">
                <a:solidFill>
                  <a:srgbClr val="1678BE"/>
                </a:solidFill>
              </a:defRPr>
            </a:lvl7pPr>
            <a:lvl8pPr>
              <a:defRPr sz="1275" b="1">
                <a:solidFill>
                  <a:srgbClr val="1678BE"/>
                </a:solidFill>
              </a:defRPr>
            </a:lvl8pPr>
            <a:lvl9pPr>
              <a:defRPr sz="12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78BE"/>
                </a:solidFill>
              </a:defRPr>
            </a:pPr>
            <a:r>
              <a:rPr sz="127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5DC1C-5AD6-4ABE-9274-5D0B07CE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2479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เว็บจัดการ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CC60B-A0A2-4437-9DB1-31B60BE2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9850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ผู้ใช้ สถานี คิว ภารกิจ และประวัติ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1EFCA-D276-48E0-B591-0D6E6CB8D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55BDD8"/>
                </a:solidFill>
              </a:defRPr>
            </a:defPPr>
            <a:lvl1pPr>
              <a:defRPr sz="1275" b="1">
                <a:solidFill>
                  <a:srgbClr val="55BDD8"/>
                </a:solidFill>
              </a:defRPr>
            </a:lvl1pPr>
            <a:lvl2pPr>
              <a:defRPr sz="1275" b="1">
                <a:solidFill>
                  <a:srgbClr val="55BDD8"/>
                </a:solidFill>
              </a:defRPr>
            </a:lvl2pPr>
            <a:lvl3pPr>
              <a:defRPr sz="1275" b="1">
                <a:solidFill>
                  <a:srgbClr val="55BDD8"/>
                </a:solidFill>
              </a:defRPr>
            </a:lvl3pPr>
            <a:lvl4pPr>
              <a:defRPr sz="1275" b="1">
                <a:solidFill>
                  <a:srgbClr val="55BDD8"/>
                </a:solidFill>
              </a:defRPr>
            </a:lvl4pPr>
            <a:lvl5pPr>
              <a:defRPr sz="1275" b="1">
                <a:solidFill>
                  <a:srgbClr val="55BDD8"/>
                </a:solidFill>
              </a:defRPr>
            </a:lvl5pPr>
            <a:lvl6pPr>
              <a:defRPr sz="1275" b="1">
                <a:solidFill>
                  <a:srgbClr val="55BDD8"/>
                </a:solidFill>
              </a:defRPr>
            </a:lvl6pPr>
            <a:lvl7pPr>
              <a:defRPr sz="1275" b="1">
                <a:solidFill>
                  <a:srgbClr val="55BDD8"/>
                </a:solidFill>
              </a:defRPr>
            </a:lvl7pPr>
            <a:lvl8pPr>
              <a:defRPr sz="1275" b="1">
                <a:solidFill>
                  <a:srgbClr val="55BDD8"/>
                </a:solidFill>
              </a:defRPr>
            </a:lvl8pPr>
            <a:lvl9pPr>
              <a:defRPr sz="1275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55BDD8"/>
                </a:solidFill>
              </a:defRPr>
            </a:pPr>
            <a:r>
              <a:rPr sz="1275" b="1">
                <a:solidFill>
                  <a:srgbClr val="55BDD8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92CE76-AE31-4AF4-A665-A742DE12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766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Agent แปลงคำสั่ง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4914B-6A72-4408-8820-BAB90D0E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38550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รับงานจาก API และเรียก Nav2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A73EC-B7F0-40CE-A754-9C158EF6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624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78BE"/>
                </a:solidFill>
              </a:defRPr>
            </a:defPPr>
            <a:lvl1pPr>
              <a:defRPr sz="1275" b="1">
                <a:solidFill>
                  <a:srgbClr val="1678BE"/>
                </a:solidFill>
              </a:defRPr>
            </a:lvl1pPr>
            <a:lvl2pPr>
              <a:defRPr sz="1275" b="1">
                <a:solidFill>
                  <a:srgbClr val="1678BE"/>
                </a:solidFill>
              </a:defRPr>
            </a:lvl2pPr>
            <a:lvl3pPr>
              <a:defRPr sz="1275" b="1">
                <a:solidFill>
                  <a:srgbClr val="1678BE"/>
                </a:solidFill>
              </a:defRPr>
            </a:lvl3pPr>
            <a:lvl4pPr>
              <a:defRPr sz="1275" b="1">
                <a:solidFill>
                  <a:srgbClr val="1678BE"/>
                </a:solidFill>
              </a:defRPr>
            </a:lvl4pPr>
            <a:lvl5pPr>
              <a:defRPr sz="1275" b="1">
                <a:solidFill>
                  <a:srgbClr val="1678BE"/>
                </a:solidFill>
              </a:defRPr>
            </a:lvl5pPr>
            <a:lvl6pPr>
              <a:defRPr sz="1275" b="1">
                <a:solidFill>
                  <a:srgbClr val="1678BE"/>
                </a:solidFill>
              </a:defRPr>
            </a:lvl6pPr>
            <a:lvl7pPr>
              <a:defRPr sz="1275" b="1">
                <a:solidFill>
                  <a:srgbClr val="1678BE"/>
                </a:solidFill>
              </a:defRPr>
            </a:lvl7pPr>
            <a:lvl8pPr>
              <a:defRPr sz="1275" b="1">
                <a:solidFill>
                  <a:srgbClr val="1678BE"/>
                </a:solidFill>
              </a:defRPr>
            </a:lvl8pPr>
            <a:lvl9pPr>
              <a:defRPr sz="12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78BE"/>
                </a:solidFill>
              </a:defRPr>
            </a:pPr>
            <a:r>
              <a:rPr sz="127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4E27B6-D89D-4B31-AFD9-04AC93F4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0530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102A43"/>
                </a:solidFill>
              </a:defRPr>
            </a:defPPr>
            <a:lvl1pPr>
              <a:defRPr sz="1650" b="1">
                <a:solidFill>
                  <a:srgbClr val="102A43"/>
                </a:solidFill>
              </a:defRPr>
            </a:lvl1pPr>
            <a:lvl2pPr>
              <a:defRPr sz="1650" b="1">
                <a:solidFill>
                  <a:srgbClr val="102A43"/>
                </a:solidFill>
              </a:defRPr>
            </a:lvl2pPr>
            <a:lvl3pPr>
              <a:defRPr sz="1650" b="1">
                <a:solidFill>
                  <a:srgbClr val="102A43"/>
                </a:solidFill>
              </a:defRPr>
            </a:lvl3pPr>
            <a:lvl4pPr>
              <a:defRPr sz="1650" b="1">
                <a:solidFill>
                  <a:srgbClr val="102A43"/>
                </a:solidFill>
              </a:defRPr>
            </a:lvl4pPr>
            <a:lvl5pPr>
              <a:defRPr sz="1650" b="1">
                <a:solidFill>
                  <a:srgbClr val="102A43"/>
                </a:solidFill>
              </a:defRPr>
            </a:lvl5pPr>
            <a:lvl6pPr>
              <a:defRPr sz="1650" b="1">
                <a:solidFill>
                  <a:srgbClr val="102A43"/>
                </a:solidFill>
              </a:defRPr>
            </a:lvl6pPr>
            <a:lvl7pPr>
              <a:defRPr sz="1650" b="1">
                <a:solidFill>
                  <a:srgbClr val="102A43"/>
                </a:solidFill>
              </a:defRPr>
            </a:lvl7pPr>
            <a:lvl8pPr>
              <a:defRPr sz="1650" b="1">
                <a:solidFill>
                  <a:srgbClr val="102A43"/>
                </a:solidFill>
              </a:defRPr>
            </a:lvl8pPr>
            <a:lvl9pPr>
              <a:defRPr sz="16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สถานะส่งกลับ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214E9-3322-486D-82E5-2A8E7872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67250"/>
            <a:ext cx="2514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Pose, navigation state และเหตุการณ์ภารกิจ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2793CC-75D0-4410-93DF-F95C1A2A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0200"/>
            <a:ext cx="3105150" cy="704850"/>
          </a:xfrm>
          <a:prstGeom xmlns:a="http://schemas.openxmlformats.org/drawingml/2006/main" prst="roundRect">
            <a:avLst>
              <a:gd name="adj" fmla="val 2432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62BCBC-EE8D-4CF7-A694-F0E18543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6260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02A43"/>
                </a:solidFill>
              </a:defRPr>
            </a:defPPr>
            <a:lvl1pPr>
              <a:defRPr sz="1125" b="1">
                <a:solidFill>
                  <a:srgbClr val="102A43"/>
                </a:solidFill>
              </a:defRPr>
            </a:lvl1pPr>
            <a:lvl2pPr>
              <a:defRPr sz="1125" b="1">
                <a:solidFill>
                  <a:srgbClr val="102A43"/>
                </a:solidFill>
              </a:defRPr>
            </a:lvl2pPr>
            <a:lvl3pPr>
              <a:defRPr sz="1125" b="1">
                <a:solidFill>
                  <a:srgbClr val="102A43"/>
                </a:solidFill>
              </a:defRPr>
            </a:lvl3pPr>
            <a:lvl4pPr>
              <a:defRPr sz="1125" b="1">
                <a:solidFill>
                  <a:srgbClr val="102A43"/>
                </a:solidFill>
              </a:defRPr>
            </a:lvl4pPr>
            <a:lvl5pPr>
              <a:defRPr sz="1125" b="1">
                <a:solidFill>
                  <a:srgbClr val="102A43"/>
                </a:solidFill>
              </a:defRPr>
            </a:lvl5pPr>
            <a:lvl6pPr>
              <a:defRPr sz="1125" b="1">
                <a:solidFill>
                  <a:srgbClr val="102A43"/>
                </a:solidFill>
              </a:defRPr>
            </a:lvl6pPr>
            <a:lvl7pPr>
              <a:defRPr sz="1125" b="1">
                <a:solidFill>
                  <a:srgbClr val="102A43"/>
                </a:solidFill>
              </a:defRPr>
            </a:lvl7pPr>
            <a:lvl8pPr>
              <a:defRPr sz="1125" b="1">
                <a:solidFill>
                  <a:srgbClr val="102A43"/>
                </a:solidFill>
              </a:defRPr>
            </a:lvl8pPr>
            <a:lvl9pPr>
              <a:defRPr sz="11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ผลลัพธ์: ผู้ใช้ติดตามงานได้</a:t>
            </a:r>
          </a:p>
          <a:p xmlns:a="http://schemas.openxmlformats.org/drawingml/2006/main">
            <a:pPr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โดยไม่ต้องสั่ง ROS 2 โดยตรง</a:t>
            </a:r>
          </a:p>
        </p:txBody>
      </p:sp>
    </p:spTree>
    <p:extLst>
      <p:ext uri="{BB962C8B-B14F-4D97-AF65-F5344CB8AC3E}">
        <p14:creationId xmlns:p14="http://schemas.microsoft.com/office/powerpoint/2010/main" val="12545883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E4DC52-73F5-46E5-B79C-E12D8A34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MISSION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B11C71-86D4-4012-BE03-DCF5518E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5FEA55-EB4C-480F-9760-63DAFE49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A3B82"/>
                </a:solidFill>
              </a:defRPr>
            </a:defPPr>
            <a:lvl1pPr>
              <a:defRPr sz="2550" b="1">
                <a:solidFill>
                  <a:srgbClr val="0A3B82"/>
                </a:solidFill>
              </a:defRPr>
            </a:lvl1pPr>
            <a:lvl2pPr>
              <a:defRPr sz="2550" b="1">
                <a:solidFill>
                  <a:srgbClr val="0A3B82"/>
                </a:solidFill>
              </a:defRPr>
            </a:lvl2pPr>
            <a:lvl3pPr>
              <a:defRPr sz="2550" b="1">
                <a:solidFill>
                  <a:srgbClr val="0A3B82"/>
                </a:solidFill>
              </a:defRPr>
            </a:lvl3pPr>
            <a:lvl4pPr>
              <a:defRPr sz="2550" b="1">
                <a:solidFill>
                  <a:srgbClr val="0A3B82"/>
                </a:solidFill>
              </a:defRPr>
            </a:lvl4pPr>
            <a:lvl5pPr>
              <a:defRPr sz="2550" b="1">
                <a:solidFill>
                  <a:srgbClr val="0A3B82"/>
                </a:solidFill>
              </a:defRPr>
            </a:lvl5pPr>
            <a:lvl6pPr>
              <a:defRPr sz="2550" b="1">
                <a:solidFill>
                  <a:srgbClr val="0A3B82"/>
                </a:solidFill>
              </a:defRPr>
            </a:lvl6pPr>
            <a:lvl7pPr>
              <a:defRPr sz="2550" b="1">
                <a:solidFill>
                  <a:srgbClr val="0A3B82"/>
                </a:solidFill>
              </a:defRPr>
            </a:lvl7pPr>
            <a:lvl8pPr>
              <a:defRPr sz="2550" b="1">
                <a:solidFill>
                  <a:srgbClr val="0A3B82"/>
                </a:solidFill>
              </a:defRPr>
            </a:lvl8pPr>
            <a:lvl9pPr>
              <a:defRPr sz="25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A3B82"/>
                </a:solidFill>
              </a:defRPr>
            </a:pPr>
            <a:r>
              <a:rPr sz="2550" b="1">
                <a:solidFill>
                  <a:srgbClr val="0A3B82"/>
                </a:solidFill>
              </a:rPr>
              <a:t>วงจรสถานะของภารกิจ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3C72D-BAD3-4D53-AE66-44A85436D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98F10-930C-423E-896D-B50A5CAA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2001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การเคลื่อนที่ถูกครอบด้วยขั้นตอนรับ–ส่งที่ตรวจสอบย้อนหลังได้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D5EB8-4B9A-4B4F-8D5D-B3E14E15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5718F"/>
                </a:solidFill>
              </a:defRPr>
            </a:defPPr>
            <a:lvl1pPr>
              <a:defRPr sz="750" b="0">
                <a:solidFill>
                  <a:srgbClr val="55718F"/>
                </a:solidFill>
              </a:defRPr>
            </a:lvl1pPr>
            <a:lvl2pPr>
              <a:defRPr sz="750" b="0">
                <a:solidFill>
                  <a:srgbClr val="55718F"/>
                </a:solidFill>
              </a:defRPr>
            </a:lvl2pPr>
            <a:lvl3pPr>
              <a:defRPr sz="750" b="0">
                <a:solidFill>
                  <a:srgbClr val="55718F"/>
                </a:solidFill>
              </a:defRPr>
            </a:lvl3pPr>
            <a:lvl4pPr>
              <a:defRPr sz="750" b="0">
                <a:solidFill>
                  <a:srgbClr val="55718F"/>
                </a:solidFill>
              </a:defRPr>
            </a:lvl4pPr>
            <a:lvl5pPr>
              <a:defRPr sz="750" b="0">
                <a:solidFill>
                  <a:srgbClr val="55718F"/>
                </a:solidFill>
              </a:defRPr>
            </a:lvl5pPr>
            <a:lvl6pPr>
              <a:defRPr sz="750" b="0">
                <a:solidFill>
                  <a:srgbClr val="55718F"/>
                </a:solidFill>
              </a:defRPr>
            </a:lvl6pPr>
            <a:lvl7pPr>
              <a:defRPr sz="750" b="0">
                <a:solidFill>
                  <a:srgbClr val="55718F"/>
                </a:solidFill>
              </a:defRPr>
            </a:lvl7pPr>
            <a:lvl8pPr>
              <a:defRPr sz="750" b="0">
                <a:solidFill>
                  <a:srgbClr val="55718F"/>
                </a:solidFill>
              </a:defRPr>
            </a:lvl8pPr>
            <a:lvl9pPr>
              <a:defRPr sz="750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5718F"/>
                </a:solidFill>
              </a:defRPr>
            </a:pPr>
            <a:r>
              <a:rPr sz="750" b="0">
                <a:solidFill>
                  <a:srgbClr val="55718F"/>
                </a:solidFill>
              </a:rPr>
              <a:t>Indoor Delivery Robot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993A0E-A816-4154-B633-7BD350922B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af0acc9b7a48ee"/>
          <a:stretch xmlns:a="http://schemas.openxmlformats.org/drawingml/2006/main"/>
        </p:blipFill>
        <p:spPr>
          <a:xfrm xmlns:a="http://schemas.openxmlformats.org/drawingml/2006/main">
            <a:off x="609600" y="1662113"/>
            <a:ext cx="7477125" cy="4486275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D829F-93E4-4CB6-9EE7-59C2B4B5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145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0A3B82"/>
                </a:solidFill>
              </a:defRPr>
            </a:defPPr>
            <a:lvl1pPr>
              <a:defRPr sz="1650" b="1">
                <a:solidFill>
                  <a:srgbClr val="0A3B82"/>
                </a:solidFill>
              </a:defRPr>
            </a:lvl1pPr>
            <a:lvl2pPr>
              <a:defRPr sz="1650" b="1">
                <a:solidFill>
                  <a:srgbClr val="0A3B82"/>
                </a:solidFill>
              </a:defRPr>
            </a:lvl2pPr>
            <a:lvl3pPr>
              <a:defRPr sz="1650" b="1">
                <a:solidFill>
                  <a:srgbClr val="0A3B82"/>
                </a:solidFill>
              </a:defRPr>
            </a:lvl3pPr>
            <a:lvl4pPr>
              <a:defRPr sz="1650" b="1">
                <a:solidFill>
                  <a:srgbClr val="0A3B82"/>
                </a:solidFill>
              </a:defRPr>
            </a:lvl4pPr>
            <a:lvl5pPr>
              <a:defRPr sz="1650" b="1">
                <a:solidFill>
                  <a:srgbClr val="0A3B82"/>
                </a:solidFill>
              </a:defRPr>
            </a:lvl5pPr>
            <a:lvl6pPr>
              <a:defRPr sz="1650" b="1">
                <a:solidFill>
                  <a:srgbClr val="0A3B82"/>
                </a:solidFill>
              </a:defRPr>
            </a:lvl6pPr>
            <a:lvl7pPr>
              <a:defRPr sz="1650" b="1">
                <a:solidFill>
                  <a:srgbClr val="0A3B82"/>
                </a:solidFill>
              </a:defRPr>
            </a:lvl7pPr>
            <a:lvl8pPr>
              <a:defRPr sz="1650" b="1">
                <a:solidFill>
                  <a:srgbClr val="0A3B82"/>
                </a:solidFill>
              </a:defRPr>
            </a:lvl8pPr>
            <a:lvl9pPr>
              <a:defRPr sz="16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0A3B82"/>
                </a:solidFill>
              </a:defRPr>
            </a:pPr>
            <a:r>
              <a:rPr sz="1650" b="1">
                <a:solidFill>
                  <a:srgbClr val="0A3B82"/>
                </a:solidFill>
              </a:rPr>
              <a:t>เส้นทางปกติ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F9697-F45B-4C73-AB0B-47DCE653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71700"/>
            <a:ext cx="2571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6C38F-4E70-40C0-AEC4-2367A284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38375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A3B82"/>
                </a:solidFill>
              </a:defRPr>
            </a:defPPr>
            <a:lvl1pPr>
              <a:defRPr sz="1050" b="1">
                <a:solidFill>
                  <a:srgbClr val="0A3B82"/>
                </a:solidFill>
              </a:defRPr>
            </a:lvl1pPr>
            <a:lvl2pPr>
              <a:defRPr sz="1050" b="1">
                <a:solidFill>
                  <a:srgbClr val="0A3B82"/>
                </a:solidFill>
              </a:defRPr>
            </a:lvl2pPr>
            <a:lvl3pPr>
              <a:defRPr sz="1050" b="1">
                <a:solidFill>
                  <a:srgbClr val="0A3B82"/>
                </a:solidFill>
              </a:defRPr>
            </a:lvl3pPr>
            <a:lvl4pPr>
              <a:defRPr sz="1050" b="1">
                <a:solidFill>
                  <a:srgbClr val="0A3B82"/>
                </a:solidFill>
              </a:defRPr>
            </a:lvl4pPr>
            <a:lvl5pPr>
              <a:defRPr sz="1050" b="1">
                <a:solidFill>
                  <a:srgbClr val="0A3B82"/>
                </a:solidFill>
              </a:defRPr>
            </a:lvl5pPr>
            <a:lvl6pPr>
              <a:defRPr sz="1050" b="1">
                <a:solidFill>
                  <a:srgbClr val="0A3B82"/>
                </a:solidFill>
              </a:defRPr>
            </a:lvl6pPr>
            <a:lvl7pPr>
              <a:defRPr sz="1050" b="1">
                <a:solidFill>
                  <a:srgbClr val="0A3B82"/>
                </a:solidFill>
              </a:defRPr>
            </a:lvl7pPr>
            <a:lvl8pPr>
              <a:defRPr sz="1050" b="1">
                <a:solidFill>
                  <a:srgbClr val="0A3B82"/>
                </a:solidFill>
              </a:defRPr>
            </a:lvl8pPr>
            <a:lvl9pPr>
              <a:defRPr sz="10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A3B82"/>
                </a:solidFill>
              </a:defRPr>
            </a:pPr>
            <a:r>
              <a:rPr sz="1050" b="1">
                <a:solidFill>
                  <a:srgbClr val="0A3B82"/>
                </a:solidFill>
              </a:rPr>
              <a:t>QUEUED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7DF45-1181-4F99-BA4F-19A642E3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2571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02F1B-08D4-4FAD-A0FB-1B7D149C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90825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A3B82"/>
                </a:solidFill>
              </a:defRPr>
            </a:defPPr>
            <a:lvl1pPr>
              <a:defRPr sz="1050" b="1">
                <a:solidFill>
                  <a:srgbClr val="0A3B82"/>
                </a:solidFill>
              </a:defRPr>
            </a:lvl1pPr>
            <a:lvl2pPr>
              <a:defRPr sz="1050" b="1">
                <a:solidFill>
                  <a:srgbClr val="0A3B82"/>
                </a:solidFill>
              </a:defRPr>
            </a:lvl2pPr>
            <a:lvl3pPr>
              <a:defRPr sz="1050" b="1">
                <a:solidFill>
                  <a:srgbClr val="0A3B82"/>
                </a:solidFill>
              </a:defRPr>
            </a:lvl3pPr>
            <a:lvl4pPr>
              <a:defRPr sz="1050" b="1">
                <a:solidFill>
                  <a:srgbClr val="0A3B82"/>
                </a:solidFill>
              </a:defRPr>
            </a:lvl4pPr>
            <a:lvl5pPr>
              <a:defRPr sz="1050" b="1">
                <a:solidFill>
                  <a:srgbClr val="0A3B82"/>
                </a:solidFill>
              </a:defRPr>
            </a:lvl5pPr>
            <a:lvl6pPr>
              <a:defRPr sz="1050" b="1">
                <a:solidFill>
                  <a:srgbClr val="0A3B82"/>
                </a:solidFill>
              </a:defRPr>
            </a:lvl6pPr>
            <a:lvl7pPr>
              <a:defRPr sz="1050" b="1">
                <a:solidFill>
                  <a:srgbClr val="0A3B82"/>
                </a:solidFill>
              </a:defRPr>
            </a:lvl7pPr>
            <a:lvl8pPr>
              <a:defRPr sz="1050" b="1">
                <a:solidFill>
                  <a:srgbClr val="0A3B82"/>
                </a:solidFill>
              </a:defRPr>
            </a:lvl8pPr>
            <a:lvl9pPr>
              <a:defRPr sz="10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A3B82"/>
                </a:solidFill>
              </a:defRPr>
            </a:pPr>
            <a:r>
              <a:rPr sz="1050" b="1">
                <a:solidFill>
                  <a:srgbClr val="0A3B82"/>
                </a:solidFill>
              </a:rPr>
              <a:t>GOING TO PICKUP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86F5E-B3CB-48B8-984B-EBEED570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76600"/>
            <a:ext cx="2571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D164B-1E04-4B06-ACFE-467F1C73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43275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A3B82"/>
                </a:solidFill>
              </a:defRPr>
            </a:defPPr>
            <a:lvl1pPr>
              <a:defRPr sz="1050" b="1">
                <a:solidFill>
                  <a:srgbClr val="0A3B82"/>
                </a:solidFill>
              </a:defRPr>
            </a:lvl1pPr>
            <a:lvl2pPr>
              <a:defRPr sz="1050" b="1">
                <a:solidFill>
                  <a:srgbClr val="0A3B82"/>
                </a:solidFill>
              </a:defRPr>
            </a:lvl2pPr>
            <a:lvl3pPr>
              <a:defRPr sz="1050" b="1">
                <a:solidFill>
                  <a:srgbClr val="0A3B82"/>
                </a:solidFill>
              </a:defRPr>
            </a:lvl3pPr>
            <a:lvl4pPr>
              <a:defRPr sz="1050" b="1">
                <a:solidFill>
                  <a:srgbClr val="0A3B82"/>
                </a:solidFill>
              </a:defRPr>
            </a:lvl4pPr>
            <a:lvl5pPr>
              <a:defRPr sz="1050" b="1">
                <a:solidFill>
                  <a:srgbClr val="0A3B82"/>
                </a:solidFill>
              </a:defRPr>
            </a:lvl5pPr>
            <a:lvl6pPr>
              <a:defRPr sz="1050" b="1">
                <a:solidFill>
                  <a:srgbClr val="0A3B82"/>
                </a:solidFill>
              </a:defRPr>
            </a:lvl6pPr>
            <a:lvl7pPr>
              <a:defRPr sz="1050" b="1">
                <a:solidFill>
                  <a:srgbClr val="0A3B82"/>
                </a:solidFill>
              </a:defRPr>
            </a:lvl7pPr>
            <a:lvl8pPr>
              <a:defRPr sz="1050" b="1">
                <a:solidFill>
                  <a:srgbClr val="0A3B82"/>
                </a:solidFill>
              </a:defRPr>
            </a:lvl8pPr>
            <a:lvl9pPr>
              <a:defRPr sz="10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A3B82"/>
                </a:solidFill>
              </a:defRPr>
            </a:pPr>
            <a:r>
              <a:rPr sz="1050" b="1">
                <a:solidFill>
                  <a:srgbClr val="0A3B82"/>
                </a:solidFill>
              </a:rPr>
              <a:t>WAITING FOR LOADING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EF748-B57B-4D0D-A557-D5BFE774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29050"/>
            <a:ext cx="2571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E96C1F-8AD7-4F1D-A435-56515399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95725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0A3B82"/>
                </a:solidFill>
              </a:defRPr>
            </a:defPPr>
            <a:lvl1pPr>
              <a:defRPr sz="1050" b="1">
                <a:solidFill>
                  <a:srgbClr val="0A3B82"/>
                </a:solidFill>
              </a:defRPr>
            </a:lvl1pPr>
            <a:lvl2pPr>
              <a:defRPr sz="1050" b="1">
                <a:solidFill>
                  <a:srgbClr val="0A3B82"/>
                </a:solidFill>
              </a:defRPr>
            </a:lvl2pPr>
            <a:lvl3pPr>
              <a:defRPr sz="1050" b="1">
                <a:solidFill>
                  <a:srgbClr val="0A3B82"/>
                </a:solidFill>
              </a:defRPr>
            </a:lvl3pPr>
            <a:lvl4pPr>
              <a:defRPr sz="1050" b="1">
                <a:solidFill>
                  <a:srgbClr val="0A3B82"/>
                </a:solidFill>
              </a:defRPr>
            </a:lvl4pPr>
            <a:lvl5pPr>
              <a:defRPr sz="1050" b="1">
                <a:solidFill>
                  <a:srgbClr val="0A3B82"/>
                </a:solidFill>
              </a:defRPr>
            </a:lvl5pPr>
            <a:lvl6pPr>
              <a:defRPr sz="1050" b="1">
                <a:solidFill>
                  <a:srgbClr val="0A3B82"/>
                </a:solidFill>
              </a:defRPr>
            </a:lvl6pPr>
            <a:lvl7pPr>
              <a:defRPr sz="1050" b="1">
                <a:solidFill>
                  <a:srgbClr val="0A3B82"/>
                </a:solidFill>
              </a:defRPr>
            </a:lvl7pPr>
            <a:lvl8pPr>
              <a:defRPr sz="1050" b="1">
                <a:solidFill>
                  <a:srgbClr val="0A3B82"/>
                </a:solidFill>
              </a:defRPr>
            </a:lvl8pPr>
            <a:lvl9pPr>
              <a:defRPr sz="10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0A3B82"/>
                </a:solidFill>
              </a:defRPr>
            </a:pPr>
            <a:r>
              <a:rPr sz="1050" b="1">
                <a:solidFill>
                  <a:srgbClr val="0A3B82"/>
                </a:solidFill>
              </a:rPr>
              <a:t>DELIVERING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857781-4D94-4E73-B2CA-C7852691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81500"/>
            <a:ext cx="25717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3C06B7-CC35-40BA-A86F-BB47576C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48175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  <a:lvl1pPr>
              <a:defRPr sz="1050" b="1">
                <a:solidFill>
                  <a:srgbClr val="FFFFFF"/>
                </a:solidFill>
              </a:defRPr>
            </a:lvl1pPr>
            <a:lvl2pPr>
              <a:defRPr sz="1050" b="1">
                <a:solidFill>
                  <a:srgbClr val="FFFFFF"/>
                </a:solidFill>
              </a:defRPr>
            </a:lvl2pPr>
            <a:lvl3pPr>
              <a:defRPr sz="1050" b="1">
                <a:solidFill>
                  <a:srgbClr val="FFFFFF"/>
                </a:solidFill>
              </a:defRPr>
            </a:lvl3pPr>
            <a:lvl4pPr>
              <a:defRPr sz="1050" b="1">
                <a:solidFill>
                  <a:srgbClr val="FFFFFF"/>
                </a:solidFill>
              </a:defRPr>
            </a:lvl4pPr>
            <a:lvl5pPr>
              <a:defRPr sz="1050" b="1">
                <a:solidFill>
                  <a:srgbClr val="FFFFFF"/>
                </a:solidFill>
              </a:defRPr>
            </a:lvl5pPr>
            <a:lvl6pPr>
              <a:defRPr sz="1050" b="1">
                <a:solidFill>
                  <a:srgbClr val="FFFFFF"/>
                </a:solidFill>
              </a:defRPr>
            </a:lvl6pPr>
            <a:lvl7pPr>
              <a:defRPr sz="1050" b="1">
                <a:solidFill>
                  <a:srgbClr val="FFFFFF"/>
                </a:solidFill>
              </a:defRPr>
            </a:lvl7pPr>
            <a:lvl8pPr>
              <a:defRPr sz="1050" b="1">
                <a:solidFill>
                  <a:srgbClr val="FFFFFF"/>
                </a:solidFill>
              </a:defRPr>
            </a:lvl8pPr>
            <a:lvl9pPr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EB07AE-E216-4A47-A062-068183F5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67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D95362"/>
                </a:solidFill>
              </a:defRPr>
            </a:defPPr>
            <a:lvl1pPr>
              <a:defRPr sz="1350" b="1">
                <a:solidFill>
                  <a:srgbClr val="D95362"/>
                </a:solidFill>
              </a:defRPr>
            </a:lvl1pPr>
            <a:lvl2pPr>
              <a:defRPr sz="1350" b="1">
                <a:solidFill>
                  <a:srgbClr val="D95362"/>
                </a:solidFill>
              </a:defRPr>
            </a:lvl2pPr>
            <a:lvl3pPr>
              <a:defRPr sz="1350" b="1">
                <a:solidFill>
                  <a:srgbClr val="D95362"/>
                </a:solidFill>
              </a:defRPr>
            </a:lvl3pPr>
            <a:lvl4pPr>
              <a:defRPr sz="1350" b="1">
                <a:solidFill>
                  <a:srgbClr val="D95362"/>
                </a:solidFill>
              </a:defRPr>
            </a:lvl4pPr>
            <a:lvl5pPr>
              <a:defRPr sz="1350" b="1">
                <a:solidFill>
                  <a:srgbClr val="D95362"/>
                </a:solidFill>
              </a:defRPr>
            </a:lvl5pPr>
            <a:lvl6pPr>
              <a:defRPr sz="1350" b="1">
                <a:solidFill>
                  <a:srgbClr val="D95362"/>
                </a:solidFill>
              </a:defRPr>
            </a:lvl6pPr>
            <a:lvl7pPr>
              <a:defRPr sz="1350" b="1">
                <a:solidFill>
                  <a:srgbClr val="D95362"/>
                </a:solidFill>
              </a:defRPr>
            </a:lvl7pPr>
            <a:lvl8pPr>
              <a:defRPr sz="1350" b="1">
                <a:solidFill>
                  <a:srgbClr val="D95362"/>
                </a:solidFill>
              </a:defRPr>
            </a:lvl8pPr>
            <a:lvl9pPr>
              <a:defRPr sz="1350" b="1">
                <a:solidFill>
                  <a:srgbClr val="D9536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D95362"/>
                </a:solidFill>
              </a:defRPr>
            </a:pPr>
            <a:r>
              <a:rPr sz="1350" b="1">
                <a:solidFill>
                  <a:srgbClr val="D95362"/>
                </a:solidFill>
              </a:rPr>
              <a:t>เส้นทางผิดปกติ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D00719-9EB3-4FEF-835D-0FFB9FD7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4102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FAILED หรือ CANCELLED จะถูกบันทึกพร้อมเหตุการณ์และเวลา</a:t>
            </a:r>
          </a:p>
        </p:txBody>
      </p:sp>
    </p:spTree>
    <p:extLst>
      <p:ext uri="{BB962C8B-B14F-4D97-AF65-F5344CB8AC3E}">
        <p14:creationId xmlns:p14="http://schemas.microsoft.com/office/powerpoint/2010/main" val="4792101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CBF92-EA5E-4046-A8DB-5C6C1BFD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WEB 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DB51F-D01E-42EC-8EDD-2A05D3B9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4A685-B47A-432F-9581-A7DFADD3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A3B82"/>
                </a:solidFill>
              </a:defRPr>
            </a:defPPr>
            <a:lvl1pPr>
              <a:defRPr sz="2550" b="1">
                <a:solidFill>
                  <a:srgbClr val="0A3B82"/>
                </a:solidFill>
              </a:defRPr>
            </a:lvl1pPr>
            <a:lvl2pPr>
              <a:defRPr sz="2550" b="1">
                <a:solidFill>
                  <a:srgbClr val="0A3B82"/>
                </a:solidFill>
              </a:defRPr>
            </a:lvl2pPr>
            <a:lvl3pPr>
              <a:defRPr sz="2550" b="1">
                <a:solidFill>
                  <a:srgbClr val="0A3B82"/>
                </a:solidFill>
              </a:defRPr>
            </a:lvl3pPr>
            <a:lvl4pPr>
              <a:defRPr sz="2550" b="1">
                <a:solidFill>
                  <a:srgbClr val="0A3B82"/>
                </a:solidFill>
              </a:defRPr>
            </a:lvl4pPr>
            <a:lvl5pPr>
              <a:defRPr sz="2550" b="1">
                <a:solidFill>
                  <a:srgbClr val="0A3B82"/>
                </a:solidFill>
              </a:defRPr>
            </a:lvl5pPr>
            <a:lvl6pPr>
              <a:defRPr sz="2550" b="1">
                <a:solidFill>
                  <a:srgbClr val="0A3B82"/>
                </a:solidFill>
              </a:defRPr>
            </a:lvl6pPr>
            <a:lvl7pPr>
              <a:defRPr sz="2550" b="1">
                <a:solidFill>
                  <a:srgbClr val="0A3B82"/>
                </a:solidFill>
              </a:defRPr>
            </a:lvl7pPr>
            <a:lvl8pPr>
              <a:defRPr sz="2550" b="1">
                <a:solidFill>
                  <a:srgbClr val="0A3B82"/>
                </a:solidFill>
              </a:defRPr>
            </a:lvl8pPr>
            <a:lvl9pPr>
              <a:defRPr sz="25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A3B82"/>
                </a:solidFill>
              </a:defRPr>
            </a:pPr>
            <a:r>
              <a:rPr sz="2550" b="1">
                <a:solidFill>
                  <a:srgbClr val="0A3B82"/>
                </a:solidFill>
              </a:rPr>
              <a:t>มุมมองผู้ดูแลและผู้ใช้งาน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B36EA-714A-4DF8-8A87-50860721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6F3F9-0C47-4A6E-B02F-B2E72471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2001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ข้อมูลชุดเดียวกัน แต่แสดงตามบทบาทและงานที่ต้องตัดสินใจ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802FE-DD5A-4A14-B451-980E0C3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5718F"/>
                </a:solidFill>
              </a:defRPr>
            </a:defPPr>
            <a:lvl1pPr>
              <a:defRPr sz="750" b="0">
                <a:solidFill>
                  <a:srgbClr val="55718F"/>
                </a:solidFill>
              </a:defRPr>
            </a:lvl1pPr>
            <a:lvl2pPr>
              <a:defRPr sz="750" b="0">
                <a:solidFill>
                  <a:srgbClr val="55718F"/>
                </a:solidFill>
              </a:defRPr>
            </a:lvl2pPr>
            <a:lvl3pPr>
              <a:defRPr sz="750" b="0">
                <a:solidFill>
                  <a:srgbClr val="55718F"/>
                </a:solidFill>
              </a:defRPr>
            </a:lvl3pPr>
            <a:lvl4pPr>
              <a:defRPr sz="750" b="0">
                <a:solidFill>
                  <a:srgbClr val="55718F"/>
                </a:solidFill>
              </a:defRPr>
            </a:lvl4pPr>
            <a:lvl5pPr>
              <a:defRPr sz="750" b="0">
                <a:solidFill>
                  <a:srgbClr val="55718F"/>
                </a:solidFill>
              </a:defRPr>
            </a:lvl5pPr>
            <a:lvl6pPr>
              <a:defRPr sz="750" b="0">
                <a:solidFill>
                  <a:srgbClr val="55718F"/>
                </a:solidFill>
              </a:defRPr>
            </a:lvl6pPr>
            <a:lvl7pPr>
              <a:defRPr sz="750" b="0">
                <a:solidFill>
                  <a:srgbClr val="55718F"/>
                </a:solidFill>
              </a:defRPr>
            </a:lvl7pPr>
            <a:lvl8pPr>
              <a:defRPr sz="750" b="0">
                <a:solidFill>
                  <a:srgbClr val="55718F"/>
                </a:solidFill>
              </a:defRPr>
            </a:lvl8pPr>
            <a:lvl9pPr>
              <a:defRPr sz="750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5718F"/>
                </a:solidFill>
              </a:defRPr>
            </a:pPr>
            <a:r>
              <a:rPr sz="750" b="0">
                <a:solidFill>
                  <a:srgbClr val="55718F"/>
                </a:solidFill>
              </a:rPr>
              <a:t>Indoor Delivery Robot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48DFBD-452E-4739-B3F1-106B9852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38300"/>
            <a:ext cx="527685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AF3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7A0528-5AF9-457C-87A1-CD0464DB47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6cc9f59c24e77"/>
          <a:srcRect xmlns:a="http://schemas.openxmlformats.org/drawingml/2006/main" l="8161" t="0" r="81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57350"/>
            <a:ext cx="523875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52401-2F36-4258-9AE4-021C1FEC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38300"/>
            <a:ext cx="527685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AF3"/>
            </a:solidFill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BE8D1-F9C0-41F0-ACB5-A589797E35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2b2beaf9949e4"/>
          <a:srcRect xmlns:a="http://schemas.openxmlformats.org/drawingml/2006/main" l="8161" t="0" r="81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1657350"/>
            <a:ext cx="523875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AB669-BBD1-482A-8FC6-6E2C09A2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78BE"/>
                </a:solidFill>
              </a:defRPr>
            </a:defPPr>
            <a:lvl1pPr>
              <a:defRPr sz="1200" b="1">
                <a:solidFill>
                  <a:srgbClr val="1678BE"/>
                </a:solidFill>
              </a:defRPr>
            </a:lvl1pPr>
            <a:lvl2pPr>
              <a:defRPr sz="1200" b="1">
                <a:solidFill>
                  <a:srgbClr val="1678BE"/>
                </a:solidFill>
              </a:defRPr>
            </a:lvl2pPr>
            <a:lvl3pPr>
              <a:defRPr sz="1200" b="1">
                <a:solidFill>
                  <a:srgbClr val="1678BE"/>
                </a:solidFill>
              </a:defRPr>
            </a:lvl3pPr>
            <a:lvl4pPr>
              <a:defRPr sz="1200" b="1">
                <a:solidFill>
                  <a:srgbClr val="1678BE"/>
                </a:solidFill>
              </a:defRPr>
            </a:lvl4pPr>
            <a:lvl5pPr>
              <a:defRPr sz="1200" b="1">
                <a:solidFill>
                  <a:srgbClr val="1678BE"/>
                </a:solidFill>
              </a:defRPr>
            </a:lvl5pPr>
            <a:lvl6pPr>
              <a:defRPr sz="1200" b="1">
                <a:solidFill>
                  <a:srgbClr val="1678BE"/>
                </a:solidFill>
              </a:defRPr>
            </a:lvl6pPr>
            <a:lvl7pPr>
              <a:defRPr sz="1200" b="1">
                <a:solidFill>
                  <a:srgbClr val="1678BE"/>
                </a:solidFill>
              </a:defRPr>
            </a:lvl7pPr>
            <a:lvl8pPr>
              <a:defRPr sz="1200" b="1">
                <a:solidFill>
                  <a:srgbClr val="1678BE"/>
                </a:solidFill>
              </a:defRPr>
            </a:lvl8pPr>
            <a:lvl9pPr>
              <a:defRPr sz="12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678BE"/>
                </a:solidFill>
              </a:defRPr>
            </a:pPr>
            <a:r>
              <a:rPr sz="1200" b="1">
                <a:solidFill>
                  <a:srgbClr val="1678BE"/>
                </a:solidFill>
              </a:rPr>
              <a:t>ADMIN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CB15C-CE6B-4A5B-8CAD-1D09CDE1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แผนที่สด • กล้อง • สุขภาพ topic • การควบคุมภารกิจ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B0922D-1A2E-4D2E-B4B8-4F04B45B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95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78BE"/>
                </a:solidFill>
              </a:defRPr>
            </a:defPPr>
            <a:lvl1pPr>
              <a:defRPr sz="1200" b="1">
                <a:solidFill>
                  <a:srgbClr val="1678BE"/>
                </a:solidFill>
              </a:defRPr>
            </a:lvl1pPr>
            <a:lvl2pPr>
              <a:defRPr sz="1200" b="1">
                <a:solidFill>
                  <a:srgbClr val="1678BE"/>
                </a:solidFill>
              </a:defRPr>
            </a:lvl2pPr>
            <a:lvl3pPr>
              <a:defRPr sz="1200" b="1">
                <a:solidFill>
                  <a:srgbClr val="1678BE"/>
                </a:solidFill>
              </a:defRPr>
            </a:lvl3pPr>
            <a:lvl4pPr>
              <a:defRPr sz="1200" b="1">
                <a:solidFill>
                  <a:srgbClr val="1678BE"/>
                </a:solidFill>
              </a:defRPr>
            </a:lvl4pPr>
            <a:lvl5pPr>
              <a:defRPr sz="1200" b="1">
                <a:solidFill>
                  <a:srgbClr val="1678BE"/>
                </a:solidFill>
              </a:defRPr>
            </a:lvl5pPr>
            <a:lvl6pPr>
              <a:defRPr sz="1200" b="1">
                <a:solidFill>
                  <a:srgbClr val="1678BE"/>
                </a:solidFill>
              </a:defRPr>
            </a:lvl6pPr>
            <a:lvl7pPr>
              <a:defRPr sz="1200" b="1">
                <a:solidFill>
                  <a:srgbClr val="1678BE"/>
                </a:solidFill>
              </a:defRPr>
            </a:lvl7pPr>
            <a:lvl8pPr>
              <a:defRPr sz="1200" b="1">
                <a:solidFill>
                  <a:srgbClr val="1678BE"/>
                </a:solidFill>
              </a:defRPr>
            </a:lvl8pPr>
            <a:lvl9pPr>
              <a:defRPr sz="12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678BE"/>
                </a:solidFill>
              </a:defRPr>
            </a:pPr>
            <a:r>
              <a:rPr sz="1200" b="1">
                <a:solidFill>
                  <a:srgbClr val="1678BE"/>
                </a:solidFill>
              </a:rPr>
              <a:t>USER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0786A-201F-48B9-8CE2-EA3F899A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5816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สถานะงาน • ตำแหน่งคิว • เวลารอ • ประวัติของตนเอง</a:t>
            </a:r>
          </a:p>
        </p:txBody>
      </p:sp>
    </p:spTree>
    <p:extLst>
      <p:ext uri="{BB962C8B-B14F-4D97-AF65-F5344CB8AC3E}">
        <p14:creationId xmlns:p14="http://schemas.microsoft.com/office/powerpoint/2010/main" val="15581412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147F0D-0EC0-4471-BAF6-7F8CEB3B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7C864-C2BC-44AE-9979-F40CD703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36A6E-7AF4-453C-97F4-1730266D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A3B82"/>
                </a:solidFill>
              </a:defRPr>
            </a:defPPr>
            <a:lvl1pPr>
              <a:defRPr sz="2550" b="1">
                <a:solidFill>
                  <a:srgbClr val="0A3B82"/>
                </a:solidFill>
              </a:defRPr>
            </a:lvl1pPr>
            <a:lvl2pPr>
              <a:defRPr sz="2550" b="1">
                <a:solidFill>
                  <a:srgbClr val="0A3B82"/>
                </a:solidFill>
              </a:defRPr>
            </a:lvl2pPr>
            <a:lvl3pPr>
              <a:defRPr sz="2550" b="1">
                <a:solidFill>
                  <a:srgbClr val="0A3B82"/>
                </a:solidFill>
              </a:defRPr>
            </a:lvl3pPr>
            <a:lvl4pPr>
              <a:defRPr sz="2550" b="1">
                <a:solidFill>
                  <a:srgbClr val="0A3B82"/>
                </a:solidFill>
              </a:defRPr>
            </a:lvl4pPr>
            <a:lvl5pPr>
              <a:defRPr sz="2550" b="1">
                <a:solidFill>
                  <a:srgbClr val="0A3B82"/>
                </a:solidFill>
              </a:defRPr>
            </a:lvl5pPr>
            <a:lvl6pPr>
              <a:defRPr sz="2550" b="1">
                <a:solidFill>
                  <a:srgbClr val="0A3B82"/>
                </a:solidFill>
              </a:defRPr>
            </a:lvl6pPr>
            <a:lvl7pPr>
              <a:defRPr sz="2550" b="1">
                <a:solidFill>
                  <a:srgbClr val="0A3B82"/>
                </a:solidFill>
              </a:defRPr>
            </a:lvl7pPr>
            <a:lvl8pPr>
              <a:defRPr sz="2550" b="1">
                <a:solidFill>
                  <a:srgbClr val="0A3B82"/>
                </a:solidFill>
              </a:defRPr>
            </a:lvl8pPr>
            <a:lvl9pPr>
              <a:defRPr sz="25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A3B82"/>
                </a:solidFill>
              </a:defRPr>
            </a:pPr>
            <a:r>
              <a:rPr sz="2550" b="1">
                <a:solidFill>
                  <a:srgbClr val="0A3B82"/>
                </a:solidFill>
              </a:rPr>
              <a:t>แนวทางการทดสอบและหลักฐาน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971B5-C16B-4AF8-A4BF-C41C2CE5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D8104-94B0-4B7F-9290-25EFCF10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2001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แยกการตรวจเว็บ หุ่นยนต์ และการทำงานร่วมกันเพื่ออ่านผลได้ชัดเจน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3E837-BC48-48DC-8CC8-7F39E8A4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5718F"/>
                </a:solidFill>
              </a:defRPr>
            </a:defPPr>
            <a:lvl1pPr>
              <a:defRPr sz="750" b="0">
                <a:solidFill>
                  <a:srgbClr val="55718F"/>
                </a:solidFill>
              </a:defRPr>
            </a:lvl1pPr>
            <a:lvl2pPr>
              <a:defRPr sz="750" b="0">
                <a:solidFill>
                  <a:srgbClr val="55718F"/>
                </a:solidFill>
              </a:defRPr>
            </a:lvl2pPr>
            <a:lvl3pPr>
              <a:defRPr sz="750" b="0">
                <a:solidFill>
                  <a:srgbClr val="55718F"/>
                </a:solidFill>
              </a:defRPr>
            </a:lvl3pPr>
            <a:lvl4pPr>
              <a:defRPr sz="750" b="0">
                <a:solidFill>
                  <a:srgbClr val="55718F"/>
                </a:solidFill>
              </a:defRPr>
            </a:lvl4pPr>
            <a:lvl5pPr>
              <a:defRPr sz="750" b="0">
                <a:solidFill>
                  <a:srgbClr val="55718F"/>
                </a:solidFill>
              </a:defRPr>
            </a:lvl5pPr>
            <a:lvl6pPr>
              <a:defRPr sz="750" b="0">
                <a:solidFill>
                  <a:srgbClr val="55718F"/>
                </a:solidFill>
              </a:defRPr>
            </a:lvl6pPr>
            <a:lvl7pPr>
              <a:defRPr sz="750" b="0">
                <a:solidFill>
                  <a:srgbClr val="55718F"/>
                </a:solidFill>
              </a:defRPr>
            </a:lvl7pPr>
            <a:lvl8pPr>
              <a:defRPr sz="750" b="0">
                <a:solidFill>
                  <a:srgbClr val="55718F"/>
                </a:solidFill>
              </a:defRPr>
            </a:lvl8pPr>
            <a:lvl9pPr>
              <a:defRPr sz="750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5718F"/>
                </a:solidFill>
              </a:defRPr>
            </a:pPr>
            <a:r>
              <a:rPr sz="750" b="0">
                <a:solidFill>
                  <a:srgbClr val="55718F"/>
                </a:solidFill>
              </a:rPr>
              <a:t>Indoor Delivery Robot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EF01F-E70D-4F6E-B8DB-E0FD5435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343150" cy="31432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D84860-CED9-4459-BBB7-69C38183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02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78BE"/>
                </a:solidFill>
              </a:defRPr>
            </a:defPPr>
            <a:lvl1pPr>
              <a:defRPr sz="1200" b="1">
                <a:solidFill>
                  <a:srgbClr val="1678BE"/>
                </a:solidFill>
              </a:defRPr>
            </a:lvl1pPr>
            <a:lvl2pPr>
              <a:defRPr sz="1200" b="1">
                <a:solidFill>
                  <a:srgbClr val="1678BE"/>
                </a:solidFill>
              </a:defRPr>
            </a:lvl2pPr>
            <a:lvl3pPr>
              <a:defRPr sz="1200" b="1">
                <a:solidFill>
                  <a:srgbClr val="1678BE"/>
                </a:solidFill>
              </a:defRPr>
            </a:lvl3pPr>
            <a:lvl4pPr>
              <a:defRPr sz="1200" b="1">
                <a:solidFill>
                  <a:srgbClr val="1678BE"/>
                </a:solidFill>
              </a:defRPr>
            </a:lvl4pPr>
            <a:lvl5pPr>
              <a:defRPr sz="1200" b="1">
                <a:solidFill>
                  <a:srgbClr val="1678BE"/>
                </a:solidFill>
              </a:defRPr>
            </a:lvl5pPr>
            <a:lvl6pPr>
              <a:defRPr sz="1200" b="1">
                <a:solidFill>
                  <a:srgbClr val="1678BE"/>
                </a:solidFill>
              </a:defRPr>
            </a:lvl6pPr>
            <a:lvl7pPr>
              <a:defRPr sz="1200" b="1">
                <a:solidFill>
                  <a:srgbClr val="1678BE"/>
                </a:solidFill>
              </a:defRPr>
            </a:lvl7pPr>
            <a:lvl8pPr>
              <a:defRPr sz="1200" b="1">
                <a:solidFill>
                  <a:srgbClr val="1678BE"/>
                </a:solidFill>
              </a:defRPr>
            </a:lvl8pPr>
            <a:lvl9pPr>
              <a:defRPr sz="12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678BE"/>
                </a:solidFill>
              </a:defRPr>
            </a:pPr>
            <a:r>
              <a:rPr sz="1200" b="1">
                <a:solidFill>
                  <a:srgbClr val="1678BE"/>
                </a:solidFill>
              </a:rPr>
              <a:t>WT-01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AA18C-81E3-4C38-9C6D-5C86188F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A3B82"/>
                </a:solidFill>
              </a:defRPr>
            </a:defPPr>
            <a:lvl1pPr>
              <a:defRPr sz="1725" b="1">
                <a:solidFill>
                  <a:srgbClr val="0A3B82"/>
                </a:solidFill>
              </a:defRPr>
            </a:lvl1pPr>
            <a:lvl2pPr>
              <a:defRPr sz="1725" b="1">
                <a:solidFill>
                  <a:srgbClr val="0A3B82"/>
                </a:solidFill>
              </a:defRPr>
            </a:lvl2pPr>
            <a:lvl3pPr>
              <a:defRPr sz="1725" b="1">
                <a:solidFill>
                  <a:srgbClr val="0A3B82"/>
                </a:solidFill>
              </a:defRPr>
            </a:lvl3pPr>
            <a:lvl4pPr>
              <a:defRPr sz="1725" b="1">
                <a:solidFill>
                  <a:srgbClr val="0A3B82"/>
                </a:solidFill>
              </a:defRPr>
            </a:lvl4pPr>
            <a:lvl5pPr>
              <a:defRPr sz="1725" b="1">
                <a:solidFill>
                  <a:srgbClr val="0A3B82"/>
                </a:solidFill>
              </a:defRPr>
            </a:lvl5pPr>
            <a:lvl6pPr>
              <a:defRPr sz="1725" b="1">
                <a:solidFill>
                  <a:srgbClr val="0A3B82"/>
                </a:solidFill>
              </a:defRPr>
            </a:lvl6pPr>
            <a:lvl7pPr>
              <a:defRPr sz="1725" b="1">
                <a:solidFill>
                  <a:srgbClr val="0A3B82"/>
                </a:solidFill>
              </a:defRPr>
            </a:lvl7pPr>
            <a:lvl8pPr>
              <a:defRPr sz="1725" b="1">
                <a:solidFill>
                  <a:srgbClr val="0A3B82"/>
                </a:solidFill>
              </a:defRPr>
            </a:lvl8pPr>
            <a:lvl9pPr>
              <a:defRPr sz="17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A3B82"/>
                </a:solidFill>
              </a:defRPr>
            </a:pPr>
            <a:r>
              <a:rPr sz="1725" b="1">
                <a:solidFill>
                  <a:srgbClr val="0A3B82"/>
                </a:solidFill>
              </a:rPr>
              <a:t>ฟังก์ชันเว็บ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29269-56D8-414F-8CC5-68F02640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เข้าสู่ระบบ แดชบอร์ด แผนที่ และสิทธิ์ผู้ใช้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EF6CB-7D4B-471A-BF5C-14481CE5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81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SCREENSHOT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0EA90-E94A-4F39-8AE7-1F22E963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52600"/>
            <a:ext cx="2343150" cy="31432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D4778-4DC8-4AC6-8EC8-88A44466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78BE"/>
                </a:solidFill>
              </a:defRPr>
            </a:defPPr>
            <a:lvl1pPr>
              <a:defRPr sz="1200" b="1">
                <a:solidFill>
                  <a:srgbClr val="1678BE"/>
                </a:solidFill>
              </a:defRPr>
            </a:lvl1pPr>
            <a:lvl2pPr>
              <a:defRPr sz="1200" b="1">
                <a:solidFill>
                  <a:srgbClr val="1678BE"/>
                </a:solidFill>
              </a:defRPr>
            </a:lvl2pPr>
            <a:lvl3pPr>
              <a:defRPr sz="1200" b="1">
                <a:solidFill>
                  <a:srgbClr val="1678BE"/>
                </a:solidFill>
              </a:defRPr>
            </a:lvl3pPr>
            <a:lvl4pPr>
              <a:defRPr sz="1200" b="1">
                <a:solidFill>
                  <a:srgbClr val="1678BE"/>
                </a:solidFill>
              </a:defRPr>
            </a:lvl4pPr>
            <a:lvl5pPr>
              <a:defRPr sz="1200" b="1">
                <a:solidFill>
                  <a:srgbClr val="1678BE"/>
                </a:solidFill>
              </a:defRPr>
            </a:lvl5pPr>
            <a:lvl6pPr>
              <a:defRPr sz="1200" b="1">
                <a:solidFill>
                  <a:srgbClr val="1678BE"/>
                </a:solidFill>
              </a:defRPr>
            </a:lvl6pPr>
            <a:lvl7pPr>
              <a:defRPr sz="1200" b="1">
                <a:solidFill>
                  <a:srgbClr val="1678BE"/>
                </a:solidFill>
              </a:defRPr>
            </a:lvl7pPr>
            <a:lvl8pPr>
              <a:defRPr sz="1200" b="1">
                <a:solidFill>
                  <a:srgbClr val="1678BE"/>
                </a:solidFill>
              </a:defRPr>
            </a:lvl8pPr>
            <a:lvl9pPr>
              <a:defRPr sz="12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678BE"/>
                </a:solidFill>
              </a:defRPr>
            </a:pPr>
            <a:r>
              <a:rPr sz="1200" b="1">
                <a:solidFill>
                  <a:srgbClr val="1678BE"/>
                </a:solidFill>
              </a:rPr>
              <a:t>WT-02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7EE227-83B4-468B-8CB7-DBD05B7E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1460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A3B82"/>
                </a:solidFill>
              </a:defRPr>
            </a:defPPr>
            <a:lvl1pPr>
              <a:defRPr sz="1725" b="1">
                <a:solidFill>
                  <a:srgbClr val="0A3B82"/>
                </a:solidFill>
              </a:defRPr>
            </a:lvl1pPr>
            <a:lvl2pPr>
              <a:defRPr sz="1725" b="1">
                <a:solidFill>
                  <a:srgbClr val="0A3B82"/>
                </a:solidFill>
              </a:defRPr>
            </a:lvl2pPr>
            <a:lvl3pPr>
              <a:defRPr sz="1725" b="1">
                <a:solidFill>
                  <a:srgbClr val="0A3B82"/>
                </a:solidFill>
              </a:defRPr>
            </a:lvl3pPr>
            <a:lvl4pPr>
              <a:defRPr sz="1725" b="1">
                <a:solidFill>
                  <a:srgbClr val="0A3B82"/>
                </a:solidFill>
              </a:defRPr>
            </a:lvl4pPr>
            <a:lvl5pPr>
              <a:defRPr sz="1725" b="1">
                <a:solidFill>
                  <a:srgbClr val="0A3B82"/>
                </a:solidFill>
              </a:defRPr>
            </a:lvl5pPr>
            <a:lvl6pPr>
              <a:defRPr sz="1725" b="1">
                <a:solidFill>
                  <a:srgbClr val="0A3B82"/>
                </a:solidFill>
              </a:defRPr>
            </a:lvl6pPr>
            <a:lvl7pPr>
              <a:defRPr sz="1725" b="1">
                <a:solidFill>
                  <a:srgbClr val="0A3B82"/>
                </a:solidFill>
              </a:defRPr>
            </a:lvl7pPr>
            <a:lvl8pPr>
              <a:defRPr sz="1725" b="1">
                <a:solidFill>
                  <a:srgbClr val="0A3B82"/>
                </a:solidFill>
              </a:defRPr>
            </a:lvl8pPr>
            <a:lvl9pPr>
              <a:defRPr sz="17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A3B82"/>
                </a:solidFill>
              </a:defRPr>
            </a:pPr>
            <a:r>
              <a:rPr sz="1725" b="1">
                <a:solidFill>
                  <a:srgbClr val="0A3B82"/>
                </a:solidFill>
              </a:rPr>
              <a:t>วงจรภารกิจ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5E865-8CD7-47DA-BD30-E30E33ED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238500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สร้างงาน เข้าคิว ยกเลิก และบันทึก Event History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5F07F0-F28C-4DBC-8D61-88883CDF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81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EVENT LOG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9DA5B-1F0E-4E18-A35D-9B718D8C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752600"/>
            <a:ext cx="2343150" cy="31432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2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C4ECC3-D631-4FCE-8BEA-BA9EBCB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002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78BE"/>
                </a:solidFill>
              </a:defRPr>
            </a:defPPr>
            <a:lvl1pPr>
              <a:defRPr sz="1200" b="1">
                <a:solidFill>
                  <a:srgbClr val="1678BE"/>
                </a:solidFill>
              </a:defRPr>
            </a:lvl1pPr>
            <a:lvl2pPr>
              <a:defRPr sz="1200" b="1">
                <a:solidFill>
                  <a:srgbClr val="1678BE"/>
                </a:solidFill>
              </a:defRPr>
            </a:lvl2pPr>
            <a:lvl3pPr>
              <a:defRPr sz="1200" b="1">
                <a:solidFill>
                  <a:srgbClr val="1678BE"/>
                </a:solidFill>
              </a:defRPr>
            </a:lvl3pPr>
            <a:lvl4pPr>
              <a:defRPr sz="1200" b="1">
                <a:solidFill>
                  <a:srgbClr val="1678BE"/>
                </a:solidFill>
              </a:defRPr>
            </a:lvl4pPr>
            <a:lvl5pPr>
              <a:defRPr sz="1200" b="1">
                <a:solidFill>
                  <a:srgbClr val="1678BE"/>
                </a:solidFill>
              </a:defRPr>
            </a:lvl5pPr>
            <a:lvl6pPr>
              <a:defRPr sz="1200" b="1">
                <a:solidFill>
                  <a:srgbClr val="1678BE"/>
                </a:solidFill>
              </a:defRPr>
            </a:lvl6pPr>
            <a:lvl7pPr>
              <a:defRPr sz="1200" b="1">
                <a:solidFill>
                  <a:srgbClr val="1678BE"/>
                </a:solidFill>
              </a:defRPr>
            </a:lvl7pPr>
            <a:lvl8pPr>
              <a:defRPr sz="1200" b="1">
                <a:solidFill>
                  <a:srgbClr val="1678BE"/>
                </a:solidFill>
              </a:defRPr>
            </a:lvl8pPr>
            <a:lvl9pPr>
              <a:defRPr sz="12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678BE"/>
                </a:solidFill>
              </a:defRPr>
            </a:pPr>
            <a:r>
              <a:rPr sz="1200" b="1">
                <a:solidFill>
                  <a:srgbClr val="1678BE"/>
                </a:solidFill>
              </a:rPr>
              <a:t>WT-03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4D3DE6-E2D2-4B99-8A97-E3DBC765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1460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A3B82"/>
                </a:solidFill>
              </a:defRPr>
            </a:defPPr>
            <a:lvl1pPr>
              <a:defRPr sz="1725" b="1">
                <a:solidFill>
                  <a:srgbClr val="0A3B82"/>
                </a:solidFill>
              </a:defRPr>
            </a:lvl1pPr>
            <a:lvl2pPr>
              <a:defRPr sz="1725" b="1">
                <a:solidFill>
                  <a:srgbClr val="0A3B82"/>
                </a:solidFill>
              </a:defRPr>
            </a:lvl2pPr>
            <a:lvl3pPr>
              <a:defRPr sz="1725" b="1">
                <a:solidFill>
                  <a:srgbClr val="0A3B82"/>
                </a:solidFill>
              </a:defRPr>
            </a:lvl3pPr>
            <a:lvl4pPr>
              <a:defRPr sz="1725" b="1">
                <a:solidFill>
                  <a:srgbClr val="0A3B82"/>
                </a:solidFill>
              </a:defRPr>
            </a:lvl4pPr>
            <a:lvl5pPr>
              <a:defRPr sz="1725" b="1">
                <a:solidFill>
                  <a:srgbClr val="0A3B82"/>
                </a:solidFill>
              </a:defRPr>
            </a:lvl5pPr>
            <a:lvl6pPr>
              <a:defRPr sz="1725" b="1">
                <a:solidFill>
                  <a:srgbClr val="0A3B82"/>
                </a:solidFill>
              </a:defRPr>
            </a:lvl6pPr>
            <a:lvl7pPr>
              <a:defRPr sz="1725" b="1">
                <a:solidFill>
                  <a:srgbClr val="0A3B82"/>
                </a:solidFill>
              </a:defRPr>
            </a:lvl7pPr>
            <a:lvl8pPr>
              <a:defRPr sz="1725" b="1">
                <a:solidFill>
                  <a:srgbClr val="0A3B82"/>
                </a:solidFill>
              </a:defRPr>
            </a:lvl8pPr>
            <a:lvl9pPr>
              <a:defRPr sz="17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A3B82"/>
                </a:solidFill>
              </a:defRPr>
            </a:pPr>
            <a:r>
              <a:rPr sz="1725" b="1">
                <a:solidFill>
                  <a:srgbClr val="0A3B82"/>
                </a:solidFill>
              </a:rPr>
              <a:t>ประวัติและผลลัพธ์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8D7EDF-1625-47D0-BADC-D728E349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Completed / Failed / Cancelled และเวลาของแต่ละขั้น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5BDCDE-82C9-4137-AF49-C577522B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81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TASK LIST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6262CB-FD1C-49E9-ABB4-726E6683D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52600"/>
            <a:ext cx="2343150" cy="31432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21A29C-96EC-4CA8-9CDA-F8C9E71A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0250"/>
            <a:ext cx="1885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5BDD8"/>
                </a:solidFill>
              </a:defRPr>
            </a:defPPr>
            <a:lvl1pPr>
              <a:defRPr sz="1200" b="1">
                <a:solidFill>
                  <a:srgbClr val="55BDD8"/>
                </a:solidFill>
              </a:defRPr>
            </a:lvl1pPr>
            <a:lvl2pPr>
              <a:defRPr sz="1200" b="1">
                <a:solidFill>
                  <a:srgbClr val="55BDD8"/>
                </a:solidFill>
              </a:defRPr>
            </a:lvl2pPr>
            <a:lvl3pPr>
              <a:defRPr sz="1200" b="1">
                <a:solidFill>
                  <a:srgbClr val="55BDD8"/>
                </a:solidFill>
              </a:defRPr>
            </a:lvl3pPr>
            <a:lvl4pPr>
              <a:defRPr sz="1200" b="1">
                <a:solidFill>
                  <a:srgbClr val="55BDD8"/>
                </a:solidFill>
              </a:defRPr>
            </a:lvl4pPr>
            <a:lvl5pPr>
              <a:defRPr sz="1200" b="1">
                <a:solidFill>
                  <a:srgbClr val="55BDD8"/>
                </a:solidFill>
              </a:defRPr>
            </a:lvl5pPr>
            <a:lvl6pPr>
              <a:defRPr sz="1200" b="1">
                <a:solidFill>
                  <a:srgbClr val="55BDD8"/>
                </a:solidFill>
              </a:defRPr>
            </a:lvl6pPr>
            <a:lvl7pPr>
              <a:defRPr sz="1200" b="1">
                <a:solidFill>
                  <a:srgbClr val="55BDD8"/>
                </a:solidFill>
              </a:defRPr>
            </a:lvl7pPr>
            <a:lvl8pPr>
              <a:defRPr sz="1200" b="1">
                <a:solidFill>
                  <a:srgbClr val="55BDD8"/>
                </a:solidFill>
              </a:defRPr>
            </a:lvl8pPr>
            <a:lvl9pPr>
              <a:defRPr sz="1200" b="1">
                <a:solidFill>
                  <a:srgbClr val="55BDD8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55BDD8"/>
                </a:solidFill>
              </a:defRPr>
            </a:pPr>
            <a:r>
              <a:rPr sz="1200" b="1">
                <a:solidFill>
                  <a:srgbClr val="55BDD8"/>
                </a:solidFill>
              </a:rPr>
              <a:t>RT-01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4EEE3C-8480-4A8E-91AA-D1771A59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1460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0A3B82"/>
                </a:solidFill>
              </a:defRPr>
            </a:defPPr>
            <a:lvl1pPr>
              <a:defRPr sz="1725" b="1">
                <a:solidFill>
                  <a:srgbClr val="0A3B82"/>
                </a:solidFill>
              </a:defRPr>
            </a:lvl1pPr>
            <a:lvl2pPr>
              <a:defRPr sz="1725" b="1">
                <a:solidFill>
                  <a:srgbClr val="0A3B82"/>
                </a:solidFill>
              </a:defRPr>
            </a:lvl2pPr>
            <a:lvl3pPr>
              <a:defRPr sz="1725" b="1">
                <a:solidFill>
                  <a:srgbClr val="0A3B82"/>
                </a:solidFill>
              </a:defRPr>
            </a:lvl3pPr>
            <a:lvl4pPr>
              <a:defRPr sz="1725" b="1">
                <a:solidFill>
                  <a:srgbClr val="0A3B82"/>
                </a:solidFill>
              </a:defRPr>
            </a:lvl4pPr>
            <a:lvl5pPr>
              <a:defRPr sz="1725" b="1">
                <a:solidFill>
                  <a:srgbClr val="0A3B82"/>
                </a:solidFill>
              </a:defRPr>
            </a:lvl5pPr>
            <a:lvl6pPr>
              <a:defRPr sz="1725" b="1">
                <a:solidFill>
                  <a:srgbClr val="0A3B82"/>
                </a:solidFill>
              </a:defRPr>
            </a:lvl6pPr>
            <a:lvl7pPr>
              <a:defRPr sz="1725" b="1">
                <a:solidFill>
                  <a:srgbClr val="0A3B82"/>
                </a:solidFill>
              </a:defRPr>
            </a:lvl7pPr>
            <a:lvl8pPr>
              <a:defRPr sz="1725" b="1">
                <a:solidFill>
                  <a:srgbClr val="0A3B82"/>
                </a:solidFill>
              </a:defRPr>
            </a:lvl8pPr>
            <a:lvl9pPr>
              <a:defRPr sz="1725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0A3B82"/>
                </a:solidFill>
              </a:defRPr>
            </a:pPr>
            <a:r>
              <a:rPr sz="1725" b="1">
                <a:solidFill>
                  <a:srgbClr val="0A3B82"/>
                </a:solidFill>
              </a:rPr>
              <a:t>SLAM + Localization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92FA37-3F24-4CF4-8453-99FCB10A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238500"/>
            <a:ext cx="1885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สร้าง Map-Test-01 เลือกแผนที่ และกำหนด Initial Pose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C139F2-C772-4746-AEAB-C7AFB0AC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81500"/>
            <a:ext cx="1885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1">
                <a:solidFill>
                  <a:srgbClr val="1678BE"/>
                </a:solidFill>
              </a:defRPr>
            </a:defPPr>
            <a:lvl1pPr>
              <a:defRPr sz="825" b="1">
                <a:solidFill>
                  <a:srgbClr val="1678BE"/>
                </a:solidFill>
              </a:defRPr>
            </a:lvl1pPr>
            <a:lvl2pPr>
              <a:defRPr sz="825" b="1">
                <a:solidFill>
                  <a:srgbClr val="1678BE"/>
                </a:solidFill>
              </a:defRPr>
            </a:lvl2pPr>
            <a:lvl3pPr>
              <a:defRPr sz="825" b="1">
                <a:solidFill>
                  <a:srgbClr val="1678BE"/>
                </a:solidFill>
              </a:defRPr>
            </a:lvl3pPr>
            <a:lvl4pPr>
              <a:defRPr sz="825" b="1">
                <a:solidFill>
                  <a:srgbClr val="1678BE"/>
                </a:solidFill>
              </a:defRPr>
            </a:lvl4pPr>
            <a:lvl5pPr>
              <a:defRPr sz="825" b="1">
                <a:solidFill>
                  <a:srgbClr val="1678BE"/>
                </a:solidFill>
              </a:defRPr>
            </a:lvl5pPr>
            <a:lvl6pPr>
              <a:defRPr sz="825" b="1">
                <a:solidFill>
                  <a:srgbClr val="1678BE"/>
                </a:solidFill>
              </a:defRPr>
            </a:lvl6pPr>
            <a:lvl7pPr>
              <a:defRPr sz="825" b="1">
                <a:solidFill>
                  <a:srgbClr val="1678BE"/>
                </a:solidFill>
              </a:defRPr>
            </a:lvl7pPr>
            <a:lvl8pPr>
              <a:defRPr sz="825" b="1">
                <a:solidFill>
                  <a:srgbClr val="1678BE"/>
                </a:solidFill>
              </a:defRPr>
            </a:lvl8pPr>
            <a:lvl9pPr>
              <a:defRPr sz="82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825" b="1">
                <a:solidFill>
                  <a:srgbClr val="1678BE"/>
                </a:solidFill>
              </a:defRPr>
            </a:pPr>
            <a:r>
              <a:rPr sz="825" b="1">
                <a:solidFill>
                  <a:srgbClr val="1678BE"/>
                </a:solidFill>
              </a:rPr>
              <a:t>VIDEO + SCREEN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1E1B8C-E1B5-4FCD-A0CB-80E8FCEE8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515600" cy="87630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B2D07C-E63A-4245-91FE-0BE586F9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00675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FFFFF"/>
                </a:solidFill>
              </a:defRPr>
            </a:defPPr>
            <a:lvl1pPr>
              <a:defRPr sz="1350" b="1">
                <a:solidFill>
                  <a:srgbClr val="FFFFFF"/>
                </a:solidFill>
              </a:defRPr>
            </a:lvl1pPr>
            <a:lvl2pPr>
              <a:defRPr sz="1350" b="1">
                <a:solidFill>
                  <a:srgbClr val="FFFFFF"/>
                </a:solidFill>
              </a:defRPr>
            </a:lvl2pPr>
            <a:lvl3pPr>
              <a:defRPr sz="1350" b="1">
                <a:solidFill>
                  <a:srgbClr val="FFFFFF"/>
                </a:solidFill>
              </a:defRPr>
            </a:lvl3pPr>
            <a:lvl4pPr>
              <a:defRPr sz="1350" b="1">
                <a:solidFill>
                  <a:srgbClr val="FFFFFF"/>
                </a:solidFill>
              </a:defRPr>
            </a:lvl4pPr>
            <a:lvl5pPr>
              <a:defRPr sz="1350" b="1">
                <a:solidFill>
                  <a:srgbClr val="FFFFFF"/>
                </a:solidFill>
              </a:defRPr>
            </a:lvl5pPr>
            <a:lvl6pPr>
              <a:defRPr sz="1350" b="1">
                <a:solidFill>
                  <a:srgbClr val="FFFFFF"/>
                </a:solidFill>
              </a:defRPr>
            </a:lvl6pPr>
            <a:lvl7pPr>
              <a:defRPr sz="1350" b="1">
                <a:solidFill>
                  <a:srgbClr val="FFFFFF"/>
                </a:solidFill>
              </a:defRPr>
            </a:lvl7pPr>
            <a:lvl8pPr>
              <a:defRPr sz="1350" b="1">
                <a:solidFill>
                  <a:srgbClr val="FFFFFF"/>
                </a:solidFill>
              </a:defRPr>
            </a:lvl8pPr>
            <a:lvl9pPr>
              <a:defRPr sz="13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หลักฐานที่ใช้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8CA35F-D95B-4407-9871-D254330B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</a:defRPr>
            </a:defPPr>
            <a:lvl1pPr>
              <a:defRPr sz="1200" b="0">
                <a:solidFill>
                  <a:srgbClr val="FFFFFF"/>
                </a:solidFill>
              </a:defRPr>
            </a:lvl1pPr>
            <a:lvl2pPr>
              <a:defRPr sz="1200" b="0">
                <a:solidFill>
                  <a:srgbClr val="FFFFFF"/>
                </a:solidFill>
              </a:defRPr>
            </a:lvl2pPr>
            <a:lvl3pPr>
              <a:defRPr sz="1200" b="0">
                <a:solidFill>
                  <a:srgbClr val="FFFFFF"/>
                </a:solidFill>
              </a:defRPr>
            </a:lvl3pPr>
            <a:lvl4pPr>
              <a:defRPr sz="1200" b="0">
                <a:solidFill>
                  <a:srgbClr val="FFFFFF"/>
                </a:solidFill>
              </a:defRPr>
            </a:lvl4pPr>
            <a:lvl5pPr>
              <a:defRPr sz="1200" b="0">
                <a:solidFill>
                  <a:srgbClr val="FFFFFF"/>
                </a:solidFill>
              </a:defRPr>
            </a:lvl5pPr>
            <a:lvl6pPr>
              <a:defRPr sz="1200" b="0">
                <a:solidFill>
                  <a:srgbClr val="FFFFFF"/>
                </a:solidFill>
              </a:defRPr>
            </a:lvl6pPr>
            <a:lvl7pPr>
              <a:defRPr sz="1200" b="0">
                <a:solidFill>
                  <a:srgbClr val="FFFFFF"/>
                </a:solidFill>
              </a:defRPr>
            </a:lvl7pPr>
            <a:lvl8pPr>
              <a:defRPr sz="1200" b="0">
                <a:solidFill>
                  <a:srgbClr val="FFFFFF"/>
                </a:solidFill>
              </a:defRPr>
            </a:lvl8pPr>
            <a:lvl9pPr>
              <a:defRPr sz="12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ภาพหน้าจอระบบจริง  •  Event History  •  วิดีโอการสร้างแผนที่ Map-Test-01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1D6991-0809-4D92-B8E2-36EADE38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72150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C7EAF3"/>
                </a:solidFill>
              </a:defRPr>
            </a:defPPr>
            <a:lvl1pPr>
              <a:defRPr sz="900" b="0">
                <a:solidFill>
                  <a:srgbClr val="C7EAF3"/>
                </a:solidFill>
              </a:defRPr>
            </a:lvl1pPr>
            <a:lvl2pPr>
              <a:defRPr sz="900" b="0">
                <a:solidFill>
                  <a:srgbClr val="C7EAF3"/>
                </a:solidFill>
              </a:defRPr>
            </a:lvl2pPr>
            <a:lvl3pPr>
              <a:defRPr sz="900" b="0">
                <a:solidFill>
                  <a:srgbClr val="C7EAF3"/>
                </a:solidFill>
              </a:defRPr>
            </a:lvl3pPr>
            <a:lvl4pPr>
              <a:defRPr sz="900" b="0">
                <a:solidFill>
                  <a:srgbClr val="C7EAF3"/>
                </a:solidFill>
              </a:defRPr>
            </a:lvl4pPr>
            <a:lvl5pPr>
              <a:defRPr sz="900" b="0">
                <a:solidFill>
                  <a:srgbClr val="C7EAF3"/>
                </a:solidFill>
              </a:defRPr>
            </a:lvl5pPr>
            <a:lvl6pPr>
              <a:defRPr sz="900" b="0">
                <a:solidFill>
                  <a:srgbClr val="C7EAF3"/>
                </a:solidFill>
              </a:defRPr>
            </a:lvl6pPr>
            <a:lvl7pPr>
              <a:defRPr sz="900" b="0">
                <a:solidFill>
                  <a:srgbClr val="C7EAF3"/>
                </a:solidFill>
              </a:defRPr>
            </a:lvl7pPr>
            <a:lvl8pPr>
              <a:defRPr sz="900" b="0">
                <a:solidFill>
                  <a:srgbClr val="C7EAF3"/>
                </a:solidFill>
              </a:defRPr>
            </a:lvl8pPr>
            <a:lvl9pPr>
              <a:defRPr sz="900" b="0">
                <a:solidFill>
                  <a:srgbClr val="C7EAF3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C7EAF3"/>
                </a:solidFill>
              </a:defRPr>
            </a:pPr>
            <a:r>
              <a:rPr sz="900" b="0">
                <a:solidFill>
                  <a:srgbClr val="C7EAF3"/>
                </a:solidFill>
              </a:rPr>
              <a:t>หมายเหตุ: ผลการทดสอบเป็นหลักฐานของกรณีที่บันทึกไว้ ไม่ใช่อัตราความสำเร็จรวมของระบบ</a:t>
            </a:r>
          </a:p>
        </p:txBody>
      </p:sp>
    </p:spTree>
    <p:extLst>
      <p:ext uri="{BB962C8B-B14F-4D97-AF65-F5344CB8AC3E}">
        <p14:creationId xmlns:p14="http://schemas.microsoft.com/office/powerpoint/2010/main" val="8135846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2EA234-8C3E-4325-B2B7-FE502702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TEST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0FF28-F25C-4102-9D21-BDBE8B2A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0DAA1-E159-4AFF-850E-3E8334C1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A3B82"/>
                </a:solidFill>
              </a:defRPr>
            </a:defPPr>
            <a:lvl1pPr>
              <a:defRPr sz="2550" b="1">
                <a:solidFill>
                  <a:srgbClr val="0A3B82"/>
                </a:solidFill>
              </a:defRPr>
            </a:lvl1pPr>
            <a:lvl2pPr>
              <a:defRPr sz="2550" b="1">
                <a:solidFill>
                  <a:srgbClr val="0A3B82"/>
                </a:solidFill>
              </a:defRPr>
            </a:lvl2pPr>
            <a:lvl3pPr>
              <a:defRPr sz="2550" b="1">
                <a:solidFill>
                  <a:srgbClr val="0A3B82"/>
                </a:solidFill>
              </a:defRPr>
            </a:lvl3pPr>
            <a:lvl4pPr>
              <a:defRPr sz="2550" b="1">
                <a:solidFill>
                  <a:srgbClr val="0A3B82"/>
                </a:solidFill>
              </a:defRPr>
            </a:lvl4pPr>
            <a:lvl5pPr>
              <a:defRPr sz="2550" b="1">
                <a:solidFill>
                  <a:srgbClr val="0A3B82"/>
                </a:solidFill>
              </a:defRPr>
            </a:lvl5pPr>
            <a:lvl6pPr>
              <a:defRPr sz="2550" b="1">
                <a:solidFill>
                  <a:srgbClr val="0A3B82"/>
                </a:solidFill>
              </a:defRPr>
            </a:lvl6pPr>
            <a:lvl7pPr>
              <a:defRPr sz="2550" b="1">
                <a:solidFill>
                  <a:srgbClr val="0A3B82"/>
                </a:solidFill>
              </a:defRPr>
            </a:lvl7pPr>
            <a:lvl8pPr>
              <a:defRPr sz="2550" b="1">
                <a:solidFill>
                  <a:srgbClr val="0A3B82"/>
                </a:solidFill>
              </a:defRPr>
            </a:lvl8pPr>
            <a:lvl9pPr>
              <a:defRPr sz="25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A3B82"/>
                </a:solidFill>
              </a:defRPr>
            </a:pPr>
            <a:r>
              <a:rPr sz="2550" b="1">
                <a:solidFill>
                  <a:srgbClr val="0A3B82"/>
                </a:solidFill>
              </a:rPr>
              <a:t>ผลการสร้างแผนที่และระบุตำแหน่ง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F046A-2A57-49D8-9E50-E86810E0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F9D13E-F9DF-4B5F-98B2-043EEF6B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2001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RT-01: สร้าง Map-Test-01 และเตรียมแผนที่สำหรับการนำทาง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D42DF-344D-4D28-BD8D-39F0F3B1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5718F"/>
                </a:solidFill>
              </a:defRPr>
            </a:defPPr>
            <a:lvl1pPr>
              <a:defRPr sz="750" b="0">
                <a:solidFill>
                  <a:srgbClr val="55718F"/>
                </a:solidFill>
              </a:defRPr>
            </a:lvl1pPr>
            <a:lvl2pPr>
              <a:defRPr sz="750" b="0">
                <a:solidFill>
                  <a:srgbClr val="55718F"/>
                </a:solidFill>
              </a:defRPr>
            </a:lvl2pPr>
            <a:lvl3pPr>
              <a:defRPr sz="750" b="0">
                <a:solidFill>
                  <a:srgbClr val="55718F"/>
                </a:solidFill>
              </a:defRPr>
            </a:lvl3pPr>
            <a:lvl4pPr>
              <a:defRPr sz="750" b="0">
                <a:solidFill>
                  <a:srgbClr val="55718F"/>
                </a:solidFill>
              </a:defRPr>
            </a:lvl4pPr>
            <a:lvl5pPr>
              <a:defRPr sz="750" b="0">
                <a:solidFill>
                  <a:srgbClr val="55718F"/>
                </a:solidFill>
              </a:defRPr>
            </a:lvl5pPr>
            <a:lvl6pPr>
              <a:defRPr sz="750" b="0">
                <a:solidFill>
                  <a:srgbClr val="55718F"/>
                </a:solidFill>
              </a:defRPr>
            </a:lvl6pPr>
            <a:lvl7pPr>
              <a:defRPr sz="750" b="0">
                <a:solidFill>
                  <a:srgbClr val="55718F"/>
                </a:solidFill>
              </a:defRPr>
            </a:lvl7pPr>
            <a:lvl8pPr>
              <a:defRPr sz="750" b="0">
                <a:solidFill>
                  <a:srgbClr val="55718F"/>
                </a:solidFill>
              </a:defRPr>
            </a:lvl8pPr>
            <a:lvl9pPr>
              <a:defRPr sz="750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5718F"/>
                </a:solidFill>
              </a:defRPr>
            </a:pPr>
            <a:r>
              <a:rPr sz="750" b="0">
                <a:solidFill>
                  <a:srgbClr val="55718F"/>
                </a:solidFill>
              </a:rPr>
              <a:t>Indoor Delivery Robot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2F7EC-12D1-4BB0-9F4E-A3A2103F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525780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AF3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8B980-523E-499D-B83D-ED47E5E22F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9f946cdecb4216"/>
          <a:srcRect xmlns:a="http://schemas.openxmlformats.org/drawingml/2006/main" l="9334" t="0" r="93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5219700" cy="3390900"/>
          </a:xfrm>
          <a:prstGeom xmlns:a="http://schemas.openxmlformats.org/drawingml/2006/main" prst="roundRect">
            <a:avLst>
              <a:gd name="adj" fmla="val 449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4DAE0-DB2F-42A4-8BA8-9D4D253AA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00200"/>
            <a:ext cx="525780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AF3"/>
            </a:solidFill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DF4F82-3816-420F-81DE-F37AF437DDF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144a77ea1402c"/>
          <a:srcRect xmlns:a="http://schemas.openxmlformats.org/drawingml/2006/main" l="6706" t="0" r="67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619250"/>
            <a:ext cx="5219700" cy="3390900"/>
          </a:xfrm>
          <a:prstGeom xmlns:a="http://schemas.openxmlformats.org/drawingml/2006/main" prst="roundRect">
            <a:avLst>
              <a:gd name="adj" fmla="val 449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D32C5-5287-40C0-A75B-35E4DAD2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78BE"/>
                </a:solidFill>
              </a:defRPr>
            </a:defPPr>
            <a:lvl1pPr>
              <a:defRPr sz="1275" b="1">
                <a:solidFill>
                  <a:srgbClr val="1678BE"/>
                </a:solidFill>
              </a:defRPr>
            </a:lvl1pPr>
            <a:lvl2pPr>
              <a:defRPr sz="1275" b="1">
                <a:solidFill>
                  <a:srgbClr val="1678BE"/>
                </a:solidFill>
              </a:defRPr>
            </a:lvl2pPr>
            <a:lvl3pPr>
              <a:defRPr sz="1275" b="1">
                <a:solidFill>
                  <a:srgbClr val="1678BE"/>
                </a:solidFill>
              </a:defRPr>
            </a:lvl3pPr>
            <a:lvl4pPr>
              <a:defRPr sz="1275" b="1">
                <a:solidFill>
                  <a:srgbClr val="1678BE"/>
                </a:solidFill>
              </a:defRPr>
            </a:lvl4pPr>
            <a:lvl5pPr>
              <a:defRPr sz="1275" b="1">
                <a:solidFill>
                  <a:srgbClr val="1678BE"/>
                </a:solidFill>
              </a:defRPr>
            </a:lvl5pPr>
            <a:lvl6pPr>
              <a:defRPr sz="1275" b="1">
                <a:solidFill>
                  <a:srgbClr val="1678BE"/>
                </a:solidFill>
              </a:defRPr>
            </a:lvl6pPr>
            <a:lvl7pPr>
              <a:defRPr sz="1275" b="1">
                <a:solidFill>
                  <a:srgbClr val="1678BE"/>
                </a:solidFill>
              </a:defRPr>
            </a:lvl7pPr>
            <a:lvl8pPr>
              <a:defRPr sz="1275" b="1">
                <a:solidFill>
                  <a:srgbClr val="1678BE"/>
                </a:solidFill>
              </a:defRPr>
            </a:lvl8pPr>
            <a:lvl9pPr>
              <a:defRPr sz="12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78BE"/>
                </a:solidFill>
              </a:defRPr>
            </a:pPr>
            <a:r>
              <a:rPr sz="1275" b="1">
                <a:solidFill>
                  <a:srgbClr val="1678BE"/>
                </a:solidFill>
              </a:rPr>
              <a:t>01  สร้างแผนที่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A21AC3-78C4-4ACA-91E2-187771FA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501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ควบคุมหุ่นยนต์ผ่านหน้าเว็บและรับ occupancy map จาก ROS /map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A6138-BFE0-4CEC-B7D6-44345904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38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1678BE"/>
                </a:solidFill>
              </a:defRPr>
            </a:defPPr>
            <a:lvl1pPr>
              <a:defRPr sz="1275" b="1">
                <a:solidFill>
                  <a:srgbClr val="1678BE"/>
                </a:solidFill>
              </a:defRPr>
            </a:lvl1pPr>
            <a:lvl2pPr>
              <a:defRPr sz="1275" b="1">
                <a:solidFill>
                  <a:srgbClr val="1678BE"/>
                </a:solidFill>
              </a:defRPr>
            </a:lvl2pPr>
            <a:lvl3pPr>
              <a:defRPr sz="1275" b="1">
                <a:solidFill>
                  <a:srgbClr val="1678BE"/>
                </a:solidFill>
              </a:defRPr>
            </a:lvl3pPr>
            <a:lvl4pPr>
              <a:defRPr sz="1275" b="1">
                <a:solidFill>
                  <a:srgbClr val="1678BE"/>
                </a:solidFill>
              </a:defRPr>
            </a:lvl4pPr>
            <a:lvl5pPr>
              <a:defRPr sz="1275" b="1">
                <a:solidFill>
                  <a:srgbClr val="1678BE"/>
                </a:solidFill>
              </a:defRPr>
            </a:lvl5pPr>
            <a:lvl6pPr>
              <a:defRPr sz="1275" b="1">
                <a:solidFill>
                  <a:srgbClr val="1678BE"/>
                </a:solidFill>
              </a:defRPr>
            </a:lvl6pPr>
            <a:lvl7pPr>
              <a:defRPr sz="1275" b="1">
                <a:solidFill>
                  <a:srgbClr val="1678BE"/>
                </a:solidFill>
              </a:defRPr>
            </a:lvl7pPr>
            <a:lvl8pPr>
              <a:defRPr sz="1275" b="1">
                <a:solidFill>
                  <a:srgbClr val="1678BE"/>
                </a:solidFill>
              </a:defRPr>
            </a:lvl8pPr>
            <a:lvl9pPr>
              <a:defRPr sz="12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1678BE"/>
                </a:solidFill>
              </a:defRPr>
            </a:pPr>
            <a:r>
              <a:rPr sz="1275" b="1">
                <a:solidFill>
                  <a:srgbClr val="1678BE"/>
                </a:solidFill>
              </a:rPr>
              <a:t>02  ระบุตำแหน่ง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59BCEE-10E7-478C-86F4-211560AB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562600"/>
            <a:ext cx="501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เลือก Map-Test-01 กำหนด Initial Pose และระบบรายงาน Localized</a:t>
            </a:r>
          </a:p>
        </p:txBody>
      </p:sp>
    </p:spTree>
    <p:extLst>
      <p:ext uri="{BB962C8B-B14F-4D97-AF65-F5344CB8AC3E}">
        <p14:creationId xmlns:p14="http://schemas.microsoft.com/office/powerpoint/2010/main" val="9861436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D6D24-E4CA-42B3-9093-82576647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TEST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3B697C-1BE3-4113-BC76-C1E2CD64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EE53C-CA1A-4B50-B274-2237309F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A3B82"/>
                </a:solidFill>
              </a:defRPr>
            </a:defPPr>
            <a:lvl1pPr>
              <a:defRPr sz="2550" b="1">
                <a:solidFill>
                  <a:srgbClr val="0A3B82"/>
                </a:solidFill>
              </a:defRPr>
            </a:lvl1pPr>
            <a:lvl2pPr>
              <a:defRPr sz="2550" b="1">
                <a:solidFill>
                  <a:srgbClr val="0A3B82"/>
                </a:solidFill>
              </a:defRPr>
            </a:lvl2pPr>
            <a:lvl3pPr>
              <a:defRPr sz="2550" b="1">
                <a:solidFill>
                  <a:srgbClr val="0A3B82"/>
                </a:solidFill>
              </a:defRPr>
            </a:lvl3pPr>
            <a:lvl4pPr>
              <a:defRPr sz="2550" b="1">
                <a:solidFill>
                  <a:srgbClr val="0A3B82"/>
                </a:solidFill>
              </a:defRPr>
            </a:lvl4pPr>
            <a:lvl5pPr>
              <a:defRPr sz="2550" b="1">
                <a:solidFill>
                  <a:srgbClr val="0A3B82"/>
                </a:solidFill>
              </a:defRPr>
            </a:lvl5pPr>
            <a:lvl6pPr>
              <a:defRPr sz="2550" b="1">
                <a:solidFill>
                  <a:srgbClr val="0A3B82"/>
                </a:solidFill>
              </a:defRPr>
            </a:lvl6pPr>
            <a:lvl7pPr>
              <a:defRPr sz="2550" b="1">
                <a:solidFill>
                  <a:srgbClr val="0A3B82"/>
                </a:solidFill>
              </a:defRPr>
            </a:lvl7pPr>
            <a:lvl8pPr>
              <a:defRPr sz="2550" b="1">
                <a:solidFill>
                  <a:srgbClr val="0A3B82"/>
                </a:solidFill>
              </a:defRPr>
            </a:lvl8pPr>
            <a:lvl9pPr>
              <a:defRPr sz="25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A3B82"/>
                </a:solidFill>
              </a:defRPr>
            </a:pPr>
            <a:r>
              <a:rPr sz="2550" b="1">
                <a:solidFill>
                  <a:srgbClr val="0A3B82"/>
                </a:solidFill>
              </a:rPr>
              <a:t>ผลการจัดการคิวและสถานะภารกิจ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E3894-B5C8-4EC6-93FA-1876AFB5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AC339-C4DF-435E-8EF3-13AA3FA1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2001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WT-02 / WT-03: ระบบบันทึกทั้งงานที่ดำเนินต่อและงานที่ยกเลิก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FE777A-D20A-4DC0-A812-7BA5CD7B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5718F"/>
                </a:solidFill>
              </a:defRPr>
            </a:defPPr>
            <a:lvl1pPr>
              <a:defRPr sz="750" b="0">
                <a:solidFill>
                  <a:srgbClr val="55718F"/>
                </a:solidFill>
              </a:defRPr>
            </a:lvl1pPr>
            <a:lvl2pPr>
              <a:defRPr sz="750" b="0">
                <a:solidFill>
                  <a:srgbClr val="55718F"/>
                </a:solidFill>
              </a:defRPr>
            </a:lvl2pPr>
            <a:lvl3pPr>
              <a:defRPr sz="750" b="0">
                <a:solidFill>
                  <a:srgbClr val="55718F"/>
                </a:solidFill>
              </a:defRPr>
            </a:lvl3pPr>
            <a:lvl4pPr>
              <a:defRPr sz="750" b="0">
                <a:solidFill>
                  <a:srgbClr val="55718F"/>
                </a:solidFill>
              </a:defRPr>
            </a:lvl4pPr>
            <a:lvl5pPr>
              <a:defRPr sz="750" b="0">
                <a:solidFill>
                  <a:srgbClr val="55718F"/>
                </a:solidFill>
              </a:defRPr>
            </a:lvl5pPr>
            <a:lvl6pPr>
              <a:defRPr sz="750" b="0">
                <a:solidFill>
                  <a:srgbClr val="55718F"/>
                </a:solidFill>
              </a:defRPr>
            </a:lvl6pPr>
            <a:lvl7pPr>
              <a:defRPr sz="750" b="0">
                <a:solidFill>
                  <a:srgbClr val="55718F"/>
                </a:solidFill>
              </a:defRPr>
            </a:lvl7pPr>
            <a:lvl8pPr>
              <a:defRPr sz="750" b="0">
                <a:solidFill>
                  <a:srgbClr val="55718F"/>
                </a:solidFill>
              </a:defRPr>
            </a:lvl8pPr>
            <a:lvl9pPr>
              <a:defRPr sz="750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5718F"/>
                </a:solidFill>
              </a:defRPr>
            </a:pPr>
            <a:r>
              <a:rPr sz="750" b="0">
                <a:solidFill>
                  <a:srgbClr val="55718F"/>
                </a:solidFill>
              </a:rPr>
              <a:t>Indoor Delivery Robot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396FA-9D1B-4C97-A176-F411534B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5257800" cy="3276600"/>
          </a:xfrm>
          <a:prstGeom xmlns:a="http://schemas.openxmlformats.org/drawingml/2006/main" prst="roundRect">
            <a:avLst>
              <a:gd name="adj" fmla="val 52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AF3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B5940-1F4D-4AAF-B80D-24F61E3FBD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8df6c900464638"/>
          <a:srcRect xmlns:a="http://schemas.openxmlformats.org/drawingml/2006/main" l="7421" t="0" r="74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19250"/>
            <a:ext cx="5219700" cy="3238500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A0B03-BE4C-4449-AFF4-4E7AE4C3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00200"/>
            <a:ext cx="5257800" cy="3276600"/>
          </a:xfrm>
          <a:prstGeom xmlns:a="http://schemas.openxmlformats.org/drawingml/2006/main" prst="roundRect">
            <a:avLst>
              <a:gd name="adj" fmla="val 52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AF3"/>
            </a:solidFill>
            <a:prstDash val="solid"/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463CD-E381-4545-AF3A-E703E80CE3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4fc611025f436e"/>
          <a:srcRect xmlns:a="http://schemas.openxmlformats.org/drawingml/2006/main" l="7421" t="0" r="74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619250"/>
            <a:ext cx="5219700" cy="3238500"/>
          </a:xfrm>
          <a:prstGeom xmlns:a="http://schemas.openxmlformats.org/drawingml/2006/main" prst="roundRect">
            <a:avLst>
              <a:gd name="adj" fmla="val 4706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880698-ABEF-47A3-B8ED-03AFDF42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05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A3B82"/>
                </a:solidFill>
              </a:defRPr>
            </a:defPPr>
            <a:lvl1pPr>
              <a:defRPr sz="1350" b="1">
                <a:solidFill>
                  <a:srgbClr val="0A3B82"/>
                </a:solidFill>
              </a:defRPr>
            </a:lvl1pPr>
            <a:lvl2pPr>
              <a:defRPr sz="1350" b="1">
                <a:solidFill>
                  <a:srgbClr val="0A3B82"/>
                </a:solidFill>
              </a:defRPr>
            </a:lvl2pPr>
            <a:lvl3pPr>
              <a:defRPr sz="1350" b="1">
                <a:solidFill>
                  <a:srgbClr val="0A3B82"/>
                </a:solidFill>
              </a:defRPr>
            </a:lvl3pPr>
            <a:lvl4pPr>
              <a:defRPr sz="1350" b="1">
                <a:solidFill>
                  <a:srgbClr val="0A3B82"/>
                </a:solidFill>
              </a:defRPr>
            </a:lvl4pPr>
            <a:lvl5pPr>
              <a:defRPr sz="1350" b="1">
                <a:solidFill>
                  <a:srgbClr val="0A3B82"/>
                </a:solidFill>
              </a:defRPr>
            </a:lvl5pPr>
            <a:lvl6pPr>
              <a:defRPr sz="1350" b="1">
                <a:solidFill>
                  <a:srgbClr val="0A3B82"/>
                </a:solidFill>
              </a:defRPr>
            </a:lvl6pPr>
            <a:lvl7pPr>
              <a:defRPr sz="1350" b="1">
                <a:solidFill>
                  <a:srgbClr val="0A3B82"/>
                </a:solidFill>
              </a:defRPr>
            </a:lvl7pPr>
            <a:lvl8pPr>
              <a:defRPr sz="1350" b="1">
                <a:solidFill>
                  <a:srgbClr val="0A3B82"/>
                </a:solidFill>
              </a:defRPr>
            </a:lvl8pPr>
            <a:lvl9pPr>
              <a:defRPr sz="13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A3B82"/>
                </a:solidFill>
              </a:defRPr>
            </a:pPr>
            <a:r>
              <a:rPr sz="1350" b="1">
                <a:solidFill>
                  <a:srgbClr val="0A3B82"/>
                </a:solidFill>
              </a:rPr>
              <a:t>รายการงาน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A52F04-4889-49B1-A7F6-BF3B1AD2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501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แสดง Queued / Waiting / Completed / Failed / Cancelled ในหน้ารวม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4C5E4-6E90-48AE-9064-2100C106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105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0A3B82"/>
                </a:solidFill>
              </a:defRPr>
            </a:defPPr>
            <a:lvl1pPr>
              <a:defRPr sz="1350" b="1">
                <a:solidFill>
                  <a:srgbClr val="0A3B82"/>
                </a:solidFill>
              </a:defRPr>
            </a:lvl1pPr>
            <a:lvl2pPr>
              <a:defRPr sz="1350" b="1">
                <a:solidFill>
                  <a:srgbClr val="0A3B82"/>
                </a:solidFill>
              </a:defRPr>
            </a:lvl2pPr>
            <a:lvl3pPr>
              <a:defRPr sz="1350" b="1">
                <a:solidFill>
                  <a:srgbClr val="0A3B82"/>
                </a:solidFill>
              </a:defRPr>
            </a:lvl3pPr>
            <a:lvl4pPr>
              <a:defRPr sz="1350" b="1">
                <a:solidFill>
                  <a:srgbClr val="0A3B82"/>
                </a:solidFill>
              </a:defRPr>
            </a:lvl4pPr>
            <a:lvl5pPr>
              <a:defRPr sz="1350" b="1">
                <a:solidFill>
                  <a:srgbClr val="0A3B82"/>
                </a:solidFill>
              </a:defRPr>
            </a:lvl5pPr>
            <a:lvl6pPr>
              <a:defRPr sz="1350" b="1">
                <a:solidFill>
                  <a:srgbClr val="0A3B82"/>
                </a:solidFill>
              </a:defRPr>
            </a:lvl6pPr>
            <a:lvl7pPr>
              <a:defRPr sz="1350" b="1">
                <a:solidFill>
                  <a:srgbClr val="0A3B82"/>
                </a:solidFill>
              </a:defRPr>
            </a:lvl7pPr>
            <a:lvl8pPr>
              <a:defRPr sz="1350" b="1">
                <a:solidFill>
                  <a:srgbClr val="0A3B82"/>
                </a:solidFill>
              </a:defRPr>
            </a:lvl8pPr>
            <a:lvl9pPr>
              <a:defRPr sz="13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A3B82"/>
                </a:solidFill>
              </a:defRPr>
            </a:pPr>
            <a:r>
              <a:rPr sz="1350" b="1">
                <a:solidFill>
                  <a:srgbClr val="0A3B82"/>
                </a:solidFill>
              </a:rPr>
              <a:t>Event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3812BA-8655-4051-9601-1C1728EB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29250"/>
            <a:ext cx="5010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บันทึกผู้ก่อเหตุ เวลา การเปลี่ยนสถานะ และผลตอบกลับจาก Robot Agent</a:t>
            </a:r>
          </a:p>
        </p:txBody>
      </p:sp>
    </p:spTree>
    <p:extLst>
      <p:ext uri="{BB962C8B-B14F-4D97-AF65-F5344CB8AC3E}">
        <p14:creationId xmlns:p14="http://schemas.microsoft.com/office/powerpoint/2010/main" val="9297032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D9D4C3-5EA1-4D1C-A6C9-70371E01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INTEGRATED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8EA40-B022-4D56-9BA0-52D74AEB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A28B4-7EC5-4CBC-B44E-C4508C7E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A3B82"/>
                </a:solidFill>
              </a:defRPr>
            </a:defPPr>
            <a:lvl1pPr>
              <a:defRPr sz="2550" b="1">
                <a:solidFill>
                  <a:srgbClr val="0A3B82"/>
                </a:solidFill>
              </a:defRPr>
            </a:lvl1pPr>
            <a:lvl2pPr>
              <a:defRPr sz="2550" b="1">
                <a:solidFill>
                  <a:srgbClr val="0A3B82"/>
                </a:solidFill>
              </a:defRPr>
            </a:lvl2pPr>
            <a:lvl3pPr>
              <a:defRPr sz="2550" b="1">
                <a:solidFill>
                  <a:srgbClr val="0A3B82"/>
                </a:solidFill>
              </a:defRPr>
            </a:lvl3pPr>
            <a:lvl4pPr>
              <a:defRPr sz="2550" b="1">
                <a:solidFill>
                  <a:srgbClr val="0A3B82"/>
                </a:solidFill>
              </a:defRPr>
            </a:lvl4pPr>
            <a:lvl5pPr>
              <a:defRPr sz="2550" b="1">
                <a:solidFill>
                  <a:srgbClr val="0A3B82"/>
                </a:solidFill>
              </a:defRPr>
            </a:lvl5pPr>
            <a:lvl6pPr>
              <a:defRPr sz="2550" b="1">
                <a:solidFill>
                  <a:srgbClr val="0A3B82"/>
                </a:solidFill>
              </a:defRPr>
            </a:lvl6pPr>
            <a:lvl7pPr>
              <a:defRPr sz="2550" b="1">
                <a:solidFill>
                  <a:srgbClr val="0A3B82"/>
                </a:solidFill>
              </a:defRPr>
            </a:lvl7pPr>
            <a:lvl8pPr>
              <a:defRPr sz="2550" b="1">
                <a:solidFill>
                  <a:srgbClr val="0A3B82"/>
                </a:solidFill>
              </a:defRPr>
            </a:lvl8pPr>
            <a:lvl9pPr>
              <a:defRPr sz="25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A3B82"/>
                </a:solidFill>
              </a:defRPr>
            </a:pPr>
            <a:r>
              <a:rPr sz="2550" b="1">
                <a:solidFill>
                  <a:srgbClr val="0A3B82"/>
                </a:solidFill>
              </a:rPr>
              <a:t>กรณีทดสอบระบบร่วมกัน: TASK-288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9EEC8-89E5-4A16-A3F2-E0C753D2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33C8A-D4F1-4D5D-9F3F-44D5A1CD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2001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หลักฐานหนึ่งรอบจาก C → D ครบตั้งแต่รับงานจนยืนยันรับสิ่งของ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F3A94-0CAA-489D-871C-D610CB8B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5718F"/>
                </a:solidFill>
              </a:defRPr>
            </a:defPPr>
            <a:lvl1pPr>
              <a:defRPr sz="750" b="0">
                <a:solidFill>
                  <a:srgbClr val="55718F"/>
                </a:solidFill>
              </a:defRPr>
            </a:lvl1pPr>
            <a:lvl2pPr>
              <a:defRPr sz="750" b="0">
                <a:solidFill>
                  <a:srgbClr val="55718F"/>
                </a:solidFill>
              </a:defRPr>
            </a:lvl2pPr>
            <a:lvl3pPr>
              <a:defRPr sz="750" b="0">
                <a:solidFill>
                  <a:srgbClr val="55718F"/>
                </a:solidFill>
              </a:defRPr>
            </a:lvl3pPr>
            <a:lvl4pPr>
              <a:defRPr sz="750" b="0">
                <a:solidFill>
                  <a:srgbClr val="55718F"/>
                </a:solidFill>
              </a:defRPr>
            </a:lvl4pPr>
            <a:lvl5pPr>
              <a:defRPr sz="750" b="0">
                <a:solidFill>
                  <a:srgbClr val="55718F"/>
                </a:solidFill>
              </a:defRPr>
            </a:lvl5pPr>
            <a:lvl6pPr>
              <a:defRPr sz="750" b="0">
                <a:solidFill>
                  <a:srgbClr val="55718F"/>
                </a:solidFill>
              </a:defRPr>
            </a:lvl6pPr>
            <a:lvl7pPr>
              <a:defRPr sz="750" b="0">
                <a:solidFill>
                  <a:srgbClr val="55718F"/>
                </a:solidFill>
              </a:defRPr>
            </a:lvl7pPr>
            <a:lvl8pPr>
              <a:defRPr sz="750" b="0">
                <a:solidFill>
                  <a:srgbClr val="55718F"/>
                </a:solidFill>
              </a:defRPr>
            </a:lvl8pPr>
            <a:lvl9pPr>
              <a:defRPr sz="750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5718F"/>
                </a:solidFill>
              </a:defRPr>
            </a:pPr>
            <a:r>
              <a:rPr sz="750" b="0">
                <a:solidFill>
                  <a:srgbClr val="55718F"/>
                </a:solidFill>
              </a:rPr>
              <a:t>Indoor Delivery Robot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96C4E-4800-4BA5-AC31-E6D7F881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6229350" cy="4076700"/>
          </a:xfrm>
          <a:prstGeom xmlns:a="http://schemas.openxmlformats.org/drawingml/2006/main" prst="roundRect">
            <a:avLst>
              <a:gd name="adj" fmla="val 42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AF3"/>
            </a:solidFill>
            <a:prstDash val="solid"/>
          </a:ln>
        </p:spPr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708E6-8260-4F3A-8D10-7A340210AF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04755b8c34ab1"/>
          <a:srcRect xmlns:a="http://schemas.openxmlformats.org/drawingml/2006/main" l="8051" t="0" r="80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81150"/>
            <a:ext cx="6191250" cy="4038600"/>
          </a:xfrm>
          <a:prstGeom xmlns:a="http://schemas.openxmlformats.org/drawingml/2006/main" prst="roundRect">
            <a:avLst>
              <a:gd name="adj" fmla="val 377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BCD0C1-3C3C-4725-9106-E2166B35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33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0A3B82"/>
                </a:solidFill>
              </a:defRPr>
            </a:defPPr>
            <a:lvl1pPr>
              <a:defRPr sz="1950" b="1">
                <a:solidFill>
                  <a:srgbClr val="0A3B82"/>
                </a:solidFill>
              </a:defRPr>
            </a:lvl1pPr>
            <a:lvl2pPr>
              <a:defRPr sz="1950" b="1">
                <a:solidFill>
                  <a:srgbClr val="0A3B82"/>
                </a:solidFill>
              </a:defRPr>
            </a:lvl2pPr>
            <a:lvl3pPr>
              <a:defRPr sz="1950" b="1">
                <a:solidFill>
                  <a:srgbClr val="0A3B82"/>
                </a:solidFill>
              </a:defRPr>
            </a:lvl3pPr>
            <a:lvl4pPr>
              <a:defRPr sz="1950" b="1">
                <a:solidFill>
                  <a:srgbClr val="0A3B82"/>
                </a:solidFill>
              </a:defRPr>
            </a:lvl4pPr>
            <a:lvl5pPr>
              <a:defRPr sz="1950" b="1">
                <a:solidFill>
                  <a:srgbClr val="0A3B82"/>
                </a:solidFill>
              </a:defRPr>
            </a:lvl5pPr>
            <a:lvl6pPr>
              <a:defRPr sz="1950" b="1">
                <a:solidFill>
                  <a:srgbClr val="0A3B82"/>
                </a:solidFill>
              </a:defRPr>
            </a:lvl6pPr>
            <a:lvl7pPr>
              <a:defRPr sz="1950" b="1">
                <a:solidFill>
                  <a:srgbClr val="0A3B82"/>
                </a:solidFill>
              </a:defRPr>
            </a:lvl7pPr>
            <a:lvl8pPr>
              <a:defRPr sz="1950" b="1">
                <a:solidFill>
                  <a:srgbClr val="0A3B82"/>
                </a:solidFill>
              </a:defRPr>
            </a:lvl8pPr>
            <a:lvl9pPr>
              <a:defRPr sz="19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A3B82"/>
                </a:solidFill>
              </a:defRPr>
            </a:pPr>
            <a:r>
              <a:rPr sz="1950" b="1">
                <a:solidFill>
                  <a:srgbClr val="0A3B82"/>
                </a:solidFill>
              </a:rPr>
              <a:t>TASK-288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1BD5B-5F0D-477B-8A34-A99D94D9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1524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FB0B1-A463-48DB-96E9-937A5842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7647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FFFFFF"/>
                </a:solidFill>
              </a:defRPr>
            </a:defPPr>
            <a:lvl1pPr>
              <a:defRPr sz="1050" b="1">
                <a:solidFill>
                  <a:srgbClr val="FFFFFF"/>
                </a:solidFill>
              </a:defRPr>
            </a:lvl1pPr>
            <a:lvl2pPr>
              <a:defRPr sz="1050" b="1">
                <a:solidFill>
                  <a:srgbClr val="FFFFFF"/>
                </a:solidFill>
              </a:defRPr>
            </a:lvl2pPr>
            <a:lvl3pPr>
              <a:defRPr sz="1050" b="1">
                <a:solidFill>
                  <a:srgbClr val="FFFFFF"/>
                </a:solidFill>
              </a:defRPr>
            </a:lvl3pPr>
            <a:lvl4pPr>
              <a:defRPr sz="1050" b="1">
                <a:solidFill>
                  <a:srgbClr val="FFFFFF"/>
                </a:solidFill>
              </a:defRPr>
            </a:lvl4pPr>
            <a:lvl5pPr>
              <a:defRPr sz="1050" b="1">
                <a:solidFill>
                  <a:srgbClr val="FFFFFF"/>
                </a:solidFill>
              </a:defRPr>
            </a:lvl5pPr>
            <a:lvl6pPr>
              <a:defRPr sz="1050" b="1">
                <a:solidFill>
                  <a:srgbClr val="FFFFFF"/>
                </a:solidFill>
              </a:defRPr>
            </a:lvl6pPr>
            <a:lvl7pPr>
              <a:defRPr sz="1050" b="1">
                <a:solidFill>
                  <a:srgbClr val="FFFFFF"/>
                </a:solidFill>
              </a:defRPr>
            </a:lvl7pPr>
            <a:lvl8pPr>
              <a:defRPr sz="1050" b="1">
                <a:solidFill>
                  <a:srgbClr val="FFFFFF"/>
                </a:solidFill>
              </a:defRPr>
            </a:lvl8pPr>
            <a:lvl9pPr>
              <a:defRPr sz="10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  →  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CADBA0-FE7E-4067-ABCC-05A95694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01A48-0438-4A7B-9F44-9A7B09F0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9337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8002FF-8FF6-4AAF-A7FF-7D1E64EB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241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11:13:10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B43368-B7A2-4B6E-8307-73969E54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Task created / assigned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217B58-315C-43AA-821C-B8900BCE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E387D-0E4B-4971-93DD-11C36EC5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4861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9402DD-BACA-46F1-A0EA-36786B73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766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11:14:14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923D06-D0CA-424A-AC48-F60E4B619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Arrived pickup — Nav2 succeeded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B2033A-4B88-440C-80AC-4BD297E9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CFAC29-8150-48DF-AE91-BC252134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3860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54C858-566B-4751-B3C9-7584FFEA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8290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11:14:31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32FDCE-B3BD-4836-99B5-2F109E14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Confirm loaded — Delivering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BB286B-4D74-4DB9-AFB3-082EAE88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F93477-51B6-4E33-9A0A-450D8B07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591050"/>
            <a:ext cx="19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EA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8CA70C-77A3-40A3-B201-08586F01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815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11:15:58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785279-BB78-4B20-BB5E-B3123495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6245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102A43"/>
                </a:solidFill>
              </a:defRPr>
            </a:defPPr>
            <a:lvl1pPr>
              <a:defRPr sz="1050" b="0">
                <a:solidFill>
                  <a:srgbClr val="102A43"/>
                </a:solidFill>
              </a:defRPr>
            </a:lvl1pPr>
            <a:lvl2pPr>
              <a:defRPr sz="1050" b="0">
                <a:solidFill>
                  <a:srgbClr val="102A43"/>
                </a:solidFill>
              </a:defRPr>
            </a:lvl2pPr>
            <a:lvl3pPr>
              <a:defRPr sz="1050" b="0">
                <a:solidFill>
                  <a:srgbClr val="102A43"/>
                </a:solidFill>
              </a:defRPr>
            </a:lvl3pPr>
            <a:lvl4pPr>
              <a:defRPr sz="1050" b="0">
                <a:solidFill>
                  <a:srgbClr val="102A43"/>
                </a:solidFill>
              </a:defRPr>
            </a:lvl4pPr>
            <a:lvl5pPr>
              <a:defRPr sz="1050" b="0">
                <a:solidFill>
                  <a:srgbClr val="102A43"/>
                </a:solidFill>
              </a:defRPr>
            </a:lvl5pPr>
            <a:lvl6pPr>
              <a:defRPr sz="1050" b="0">
                <a:solidFill>
                  <a:srgbClr val="102A43"/>
                </a:solidFill>
              </a:defRPr>
            </a:lvl6pPr>
            <a:lvl7pPr>
              <a:defRPr sz="1050" b="0">
                <a:solidFill>
                  <a:srgbClr val="102A43"/>
                </a:solidFill>
              </a:defRPr>
            </a:lvl7pPr>
            <a:lvl8pPr>
              <a:defRPr sz="1050" b="0">
                <a:solidFill>
                  <a:srgbClr val="102A43"/>
                </a:solidFill>
              </a:defRPr>
            </a:lvl8pPr>
            <a:lvl9pPr>
              <a:defRPr sz="1050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102A43"/>
                </a:solidFill>
              </a:defRPr>
            </a:pPr>
            <a:r>
              <a:rPr sz="1050" b="0">
                <a:solidFill>
                  <a:srgbClr val="102A43"/>
                </a:solidFill>
              </a:rPr>
              <a:t>Arrived destination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25BA95-3373-4276-A44C-A6A7FCDC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1333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B1C330-95D5-4B65-8EA0-69CF2B5D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3395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11:16:04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3F37D8-E132-4340-A84B-0FD4DFFE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14900"/>
            <a:ext cx="274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02A43"/>
                </a:solidFill>
              </a:defRPr>
            </a:defPPr>
            <a:lvl1pPr>
              <a:defRPr sz="1050" b="1">
                <a:solidFill>
                  <a:srgbClr val="102A43"/>
                </a:solidFill>
              </a:defRPr>
            </a:lvl1pPr>
            <a:lvl2pPr>
              <a:defRPr sz="1050" b="1">
                <a:solidFill>
                  <a:srgbClr val="102A43"/>
                </a:solidFill>
              </a:defRPr>
            </a:lvl2pPr>
            <a:lvl3pPr>
              <a:defRPr sz="1050" b="1">
                <a:solidFill>
                  <a:srgbClr val="102A43"/>
                </a:solidFill>
              </a:defRPr>
            </a:lvl3pPr>
            <a:lvl4pPr>
              <a:defRPr sz="1050" b="1">
                <a:solidFill>
                  <a:srgbClr val="102A43"/>
                </a:solidFill>
              </a:defRPr>
            </a:lvl4pPr>
            <a:lvl5pPr>
              <a:defRPr sz="1050" b="1">
                <a:solidFill>
                  <a:srgbClr val="102A43"/>
                </a:solidFill>
              </a:defRPr>
            </a:lvl5pPr>
            <a:lvl6pPr>
              <a:defRPr sz="1050" b="1">
                <a:solidFill>
                  <a:srgbClr val="102A43"/>
                </a:solidFill>
              </a:defRPr>
            </a:lvl6pPr>
            <a:lvl7pPr>
              <a:defRPr sz="1050" b="1">
                <a:solidFill>
                  <a:srgbClr val="102A43"/>
                </a:solidFill>
              </a:defRPr>
            </a:lvl7pPr>
            <a:lvl8pPr>
              <a:defRPr sz="1050" b="1">
                <a:solidFill>
                  <a:srgbClr val="102A43"/>
                </a:solidFill>
              </a:defRPr>
            </a:lvl8pPr>
            <a:lvl9pPr>
              <a:defRPr sz="1050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02A43"/>
                </a:solidFill>
              </a:defRPr>
            </a:pPr>
            <a:r>
              <a:rPr sz="1050" b="1">
                <a:solidFill>
                  <a:srgbClr val="102A43"/>
                </a:solidFill>
              </a:rPr>
              <a:t>Confirm received — Completed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C38659-DC6C-45FA-B365-45922030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48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1678BE"/>
                </a:solidFill>
              </a:defRPr>
            </a:defPPr>
            <a:lvl1pPr>
              <a:defRPr sz="1200" b="1">
                <a:solidFill>
                  <a:srgbClr val="1678BE"/>
                </a:solidFill>
              </a:defRPr>
            </a:lvl1pPr>
            <a:lvl2pPr>
              <a:defRPr sz="1200" b="1">
                <a:solidFill>
                  <a:srgbClr val="1678BE"/>
                </a:solidFill>
              </a:defRPr>
            </a:lvl2pPr>
            <a:lvl3pPr>
              <a:defRPr sz="1200" b="1">
                <a:solidFill>
                  <a:srgbClr val="1678BE"/>
                </a:solidFill>
              </a:defRPr>
            </a:lvl3pPr>
            <a:lvl4pPr>
              <a:defRPr sz="1200" b="1">
                <a:solidFill>
                  <a:srgbClr val="1678BE"/>
                </a:solidFill>
              </a:defRPr>
            </a:lvl4pPr>
            <a:lvl5pPr>
              <a:defRPr sz="1200" b="1">
                <a:solidFill>
                  <a:srgbClr val="1678BE"/>
                </a:solidFill>
              </a:defRPr>
            </a:lvl5pPr>
            <a:lvl6pPr>
              <a:defRPr sz="1200" b="1">
                <a:solidFill>
                  <a:srgbClr val="1678BE"/>
                </a:solidFill>
              </a:defRPr>
            </a:lvl6pPr>
            <a:lvl7pPr>
              <a:defRPr sz="1200" b="1">
                <a:solidFill>
                  <a:srgbClr val="1678BE"/>
                </a:solidFill>
              </a:defRPr>
            </a:lvl7pPr>
            <a:lvl8pPr>
              <a:defRPr sz="1200" b="1">
                <a:solidFill>
                  <a:srgbClr val="1678BE"/>
                </a:solidFill>
              </a:defRPr>
            </a:lvl8pPr>
            <a:lvl9pPr>
              <a:defRPr sz="12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200" b="1">
                <a:solidFill>
                  <a:srgbClr val="1678BE"/>
                </a:solidFill>
              </a:defRPr>
            </a:pPr>
            <a:r>
              <a:rPr sz="1200" b="1">
                <a:solidFill>
                  <a:srgbClr val="1678BE"/>
                </a:solidFill>
              </a:rPr>
              <a:t>ผลที่ยืนยันได้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138B28-EF35-4A2B-A171-195E8475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829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5718F"/>
                </a:solidFill>
              </a:defRPr>
            </a:defPPr>
            <a:lvl1pPr>
              <a:defRPr sz="1050" b="0">
                <a:solidFill>
                  <a:srgbClr val="55718F"/>
                </a:solidFill>
              </a:defRPr>
            </a:lvl1pPr>
            <a:lvl2pPr>
              <a:defRPr sz="1050" b="0">
                <a:solidFill>
                  <a:srgbClr val="55718F"/>
                </a:solidFill>
              </a:defRPr>
            </a:lvl2pPr>
            <a:lvl3pPr>
              <a:defRPr sz="1050" b="0">
                <a:solidFill>
                  <a:srgbClr val="55718F"/>
                </a:solidFill>
              </a:defRPr>
            </a:lvl3pPr>
            <a:lvl4pPr>
              <a:defRPr sz="1050" b="0">
                <a:solidFill>
                  <a:srgbClr val="55718F"/>
                </a:solidFill>
              </a:defRPr>
            </a:lvl4pPr>
            <a:lvl5pPr>
              <a:defRPr sz="1050" b="0">
                <a:solidFill>
                  <a:srgbClr val="55718F"/>
                </a:solidFill>
              </a:defRPr>
            </a:lvl5pPr>
            <a:lvl6pPr>
              <a:defRPr sz="1050" b="0">
                <a:solidFill>
                  <a:srgbClr val="55718F"/>
                </a:solidFill>
              </a:defRPr>
            </a:lvl6pPr>
            <a:lvl7pPr>
              <a:defRPr sz="1050" b="0">
                <a:solidFill>
                  <a:srgbClr val="55718F"/>
                </a:solidFill>
              </a:defRPr>
            </a:lvl7pPr>
            <a:lvl8pPr>
              <a:defRPr sz="1050" b="0">
                <a:solidFill>
                  <a:srgbClr val="55718F"/>
                </a:solidFill>
              </a:defRPr>
            </a:lvl8pPr>
            <a:lvl9pPr>
              <a:defRPr sz="1050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5718F"/>
                </a:solidFill>
              </a:defRPr>
            </a:pPr>
            <a:r>
              <a:rPr sz="1050" b="0">
                <a:solidFill>
                  <a:srgbClr val="55718F"/>
                </a:solidFill>
              </a:rPr>
              <a:t>ระบบบันทึกลำดับเหตุการณ์ครบสำหรับกรณีนี้ แต่ยังไม่ใช้สรุปความน่าเชื่อถือโดยรวม</a:t>
            </a:r>
          </a:p>
        </p:txBody>
      </p:sp>
    </p:spTree>
    <p:extLst>
      <p:ext uri="{BB962C8B-B14F-4D97-AF65-F5344CB8AC3E}">
        <p14:creationId xmlns:p14="http://schemas.microsoft.com/office/powerpoint/2010/main" val="183837919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98FE39-F678-4367-98C8-2C7542F5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1678BE"/>
                </a:solidFill>
              </a:defRPr>
            </a:defPPr>
            <a:lvl1pPr>
              <a:defRPr sz="900" b="1">
                <a:solidFill>
                  <a:srgbClr val="1678BE"/>
                </a:solidFill>
              </a:defRPr>
            </a:lvl1pPr>
            <a:lvl2pPr>
              <a:defRPr sz="900" b="1">
                <a:solidFill>
                  <a:srgbClr val="1678BE"/>
                </a:solidFill>
              </a:defRPr>
            </a:lvl2pPr>
            <a:lvl3pPr>
              <a:defRPr sz="900" b="1">
                <a:solidFill>
                  <a:srgbClr val="1678BE"/>
                </a:solidFill>
              </a:defRPr>
            </a:lvl3pPr>
            <a:lvl4pPr>
              <a:defRPr sz="900" b="1">
                <a:solidFill>
                  <a:srgbClr val="1678BE"/>
                </a:solidFill>
              </a:defRPr>
            </a:lvl4pPr>
            <a:lvl5pPr>
              <a:defRPr sz="900" b="1">
                <a:solidFill>
                  <a:srgbClr val="1678BE"/>
                </a:solidFill>
              </a:defRPr>
            </a:lvl5pPr>
            <a:lvl6pPr>
              <a:defRPr sz="900" b="1">
                <a:solidFill>
                  <a:srgbClr val="1678BE"/>
                </a:solidFill>
              </a:defRPr>
            </a:lvl6pPr>
            <a:lvl7pPr>
              <a:defRPr sz="900" b="1">
                <a:solidFill>
                  <a:srgbClr val="1678BE"/>
                </a:solidFill>
              </a:defRPr>
            </a:lvl7pPr>
            <a:lvl8pPr>
              <a:defRPr sz="900" b="1">
                <a:solidFill>
                  <a:srgbClr val="1678BE"/>
                </a:solidFill>
              </a:defRPr>
            </a:lvl8pPr>
            <a:lvl9pPr>
              <a:defRPr sz="90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00" b="1">
                <a:solidFill>
                  <a:srgbClr val="1678BE"/>
                </a:solidFill>
              </a:defRPr>
            </a:pPr>
            <a:r>
              <a:rPr sz="900" b="1">
                <a:solidFill>
                  <a:srgbClr val="1678BE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AAE10-C49F-4915-9060-BC29AECF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238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1">
                <a:solidFill>
                  <a:srgbClr val="1678BE"/>
                </a:solidFill>
              </a:defRPr>
            </a:defPPr>
            <a:lvl1pPr>
              <a:defRPr sz="1050" b="1">
                <a:solidFill>
                  <a:srgbClr val="1678BE"/>
                </a:solidFill>
              </a:defRPr>
            </a:lvl1pPr>
            <a:lvl2pPr>
              <a:defRPr sz="1050" b="1">
                <a:solidFill>
                  <a:srgbClr val="1678BE"/>
                </a:solidFill>
              </a:defRPr>
            </a:lvl2pPr>
            <a:lvl3pPr>
              <a:defRPr sz="1050" b="1">
                <a:solidFill>
                  <a:srgbClr val="1678BE"/>
                </a:solidFill>
              </a:defRPr>
            </a:lvl3pPr>
            <a:lvl4pPr>
              <a:defRPr sz="1050" b="1">
                <a:solidFill>
                  <a:srgbClr val="1678BE"/>
                </a:solidFill>
              </a:defRPr>
            </a:lvl4pPr>
            <a:lvl5pPr>
              <a:defRPr sz="1050" b="1">
                <a:solidFill>
                  <a:srgbClr val="1678BE"/>
                </a:solidFill>
              </a:defRPr>
            </a:lvl5pPr>
            <a:lvl6pPr>
              <a:defRPr sz="1050" b="1">
                <a:solidFill>
                  <a:srgbClr val="1678BE"/>
                </a:solidFill>
              </a:defRPr>
            </a:lvl6pPr>
            <a:lvl7pPr>
              <a:defRPr sz="1050" b="1">
                <a:solidFill>
                  <a:srgbClr val="1678BE"/>
                </a:solidFill>
              </a:defRPr>
            </a:lvl7pPr>
            <a:lvl8pPr>
              <a:defRPr sz="1050" b="1">
                <a:solidFill>
                  <a:srgbClr val="1678BE"/>
                </a:solidFill>
              </a:defRPr>
            </a:lvl8pPr>
            <a:lvl9pPr>
              <a:defRPr sz="1050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1678BE"/>
                </a:solidFill>
              </a:defRPr>
            </a:pPr>
            <a:r>
              <a:rPr sz="1050" b="1">
                <a:solidFill>
                  <a:srgbClr val="1678BE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A55B1-C1AF-4E65-ABA8-86D2F038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0A3B82"/>
                </a:solidFill>
              </a:defRPr>
            </a:defPPr>
            <a:lvl1pPr>
              <a:defRPr sz="2550" b="1">
                <a:solidFill>
                  <a:srgbClr val="0A3B82"/>
                </a:solidFill>
              </a:defRPr>
            </a:lvl1pPr>
            <a:lvl2pPr>
              <a:defRPr sz="2550" b="1">
                <a:solidFill>
                  <a:srgbClr val="0A3B82"/>
                </a:solidFill>
              </a:defRPr>
            </a:lvl2pPr>
            <a:lvl3pPr>
              <a:defRPr sz="2550" b="1">
                <a:solidFill>
                  <a:srgbClr val="0A3B82"/>
                </a:solidFill>
              </a:defRPr>
            </a:lvl3pPr>
            <a:lvl4pPr>
              <a:defRPr sz="2550" b="1">
                <a:solidFill>
                  <a:srgbClr val="0A3B82"/>
                </a:solidFill>
              </a:defRPr>
            </a:lvl4pPr>
            <a:lvl5pPr>
              <a:defRPr sz="2550" b="1">
                <a:solidFill>
                  <a:srgbClr val="0A3B82"/>
                </a:solidFill>
              </a:defRPr>
            </a:lvl5pPr>
            <a:lvl6pPr>
              <a:defRPr sz="2550" b="1">
                <a:solidFill>
                  <a:srgbClr val="0A3B82"/>
                </a:solidFill>
              </a:defRPr>
            </a:lvl6pPr>
            <a:lvl7pPr>
              <a:defRPr sz="2550" b="1">
                <a:solidFill>
                  <a:srgbClr val="0A3B82"/>
                </a:solidFill>
              </a:defRPr>
            </a:lvl7pPr>
            <a:lvl8pPr>
              <a:defRPr sz="2550" b="1">
                <a:solidFill>
                  <a:srgbClr val="0A3B82"/>
                </a:solidFill>
              </a:defRPr>
            </a:lvl8pPr>
            <a:lvl9pPr>
              <a:defRPr sz="255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0A3B82"/>
                </a:solidFill>
              </a:defRPr>
            </a:pPr>
            <a:r>
              <a:rPr sz="2550" b="1">
                <a:solidFill>
                  <a:srgbClr val="0A3B82"/>
                </a:solidFill>
              </a:rPr>
              <a:t>สรุปผล ข้อจำกัด และงานต่อไป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DA007-1267-4104-B4EF-EBF1CBB2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5BD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D505B-9FDA-48A4-9297-30437C13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2001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5718F"/>
                </a:solidFill>
              </a:defRPr>
            </a:defPPr>
            <a:lvl1pPr>
              <a:defRPr sz="1125" b="0">
                <a:solidFill>
                  <a:srgbClr val="55718F"/>
                </a:solidFill>
              </a:defRPr>
            </a:lvl1pPr>
            <a:lvl2pPr>
              <a:defRPr sz="1125" b="0">
                <a:solidFill>
                  <a:srgbClr val="55718F"/>
                </a:solidFill>
              </a:defRPr>
            </a:lvl2pPr>
            <a:lvl3pPr>
              <a:defRPr sz="1125" b="0">
                <a:solidFill>
                  <a:srgbClr val="55718F"/>
                </a:solidFill>
              </a:defRPr>
            </a:lvl3pPr>
            <a:lvl4pPr>
              <a:defRPr sz="1125" b="0">
                <a:solidFill>
                  <a:srgbClr val="55718F"/>
                </a:solidFill>
              </a:defRPr>
            </a:lvl4pPr>
            <a:lvl5pPr>
              <a:defRPr sz="1125" b="0">
                <a:solidFill>
                  <a:srgbClr val="55718F"/>
                </a:solidFill>
              </a:defRPr>
            </a:lvl5pPr>
            <a:lvl6pPr>
              <a:defRPr sz="1125" b="0">
                <a:solidFill>
                  <a:srgbClr val="55718F"/>
                </a:solidFill>
              </a:defRPr>
            </a:lvl6pPr>
            <a:lvl7pPr>
              <a:defRPr sz="1125" b="0">
                <a:solidFill>
                  <a:srgbClr val="55718F"/>
                </a:solidFill>
              </a:defRPr>
            </a:lvl7pPr>
            <a:lvl8pPr>
              <a:defRPr sz="1125" b="0">
                <a:solidFill>
                  <a:srgbClr val="55718F"/>
                </a:solidFill>
              </a:defRPr>
            </a:lvl8pPr>
            <a:lvl9pPr>
              <a:defRPr sz="1125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5718F"/>
                </a:solidFill>
              </a:defRPr>
            </a:pPr>
            <a:r>
              <a:rPr sz="1125" b="0">
                <a:solidFill>
                  <a:srgbClr val="55718F"/>
                </a:solidFill>
              </a:rPr>
              <a:t>ต้นแบบเชื่อมฮาร์ดแวร์ ROS 2 และเว็บเป็นกระบวนการเดียวกันได้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39450-CCB7-4010-A1DE-77D7AB4F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" b="0">
                <a:solidFill>
                  <a:srgbClr val="55718F"/>
                </a:solidFill>
              </a:defRPr>
            </a:defPPr>
            <a:lvl1pPr>
              <a:defRPr sz="750" b="0">
                <a:solidFill>
                  <a:srgbClr val="55718F"/>
                </a:solidFill>
              </a:defRPr>
            </a:lvl1pPr>
            <a:lvl2pPr>
              <a:defRPr sz="750" b="0">
                <a:solidFill>
                  <a:srgbClr val="55718F"/>
                </a:solidFill>
              </a:defRPr>
            </a:lvl2pPr>
            <a:lvl3pPr>
              <a:defRPr sz="750" b="0">
                <a:solidFill>
                  <a:srgbClr val="55718F"/>
                </a:solidFill>
              </a:defRPr>
            </a:lvl3pPr>
            <a:lvl4pPr>
              <a:defRPr sz="750" b="0">
                <a:solidFill>
                  <a:srgbClr val="55718F"/>
                </a:solidFill>
              </a:defRPr>
            </a:lvl4pPr>
            <a:lvl5pPr>
              <a:defRPr sz="750" b="0">
                <a:solidFill>
                  <a:srgbClr val="55718F"/>
                </a:solidFill>
              </a:defRPr>
            </a:lvl5pPr>
            <a:lvl6pPr>
              <a:defRPr sz="750" b="0">
                <a:solidFill>
                  <a:srgbClr val="55718F"/>
                </a:solidFill>
              </a:defRPr>
            </a:lvl6pPr>
            <a:lvl7pPr>
              <a:defRPr sz="750" b="0">
                <a:solidFill>
                  <a:srgbClr val="55718F"/>
                </a:solidFill>
              </a:defRPr>
            </a:lvl7pPr>
            <a:lvl8pPr>
              <a:defRPr sz="750" b="0">
                <a:solidFill>
                  <a:srgbClr val="55718F"/>
                </a:solidFill>
              </a:defRPr>
            </a:lvl8pPr>
            <a:lvl9pPr>
              <a:defRPr sz="750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750" b="0">
                <a:solidFill>
                  <a:srgbClr val="55718F"/>
                </a:solidFill>
              </a:defRPr>
            </a:pPr>
            <a:r>
              <a:rPr sz="750" b="0">
                <a:solidFill>
                  <a:srgbClr val="55718F"/>
                </a:solidFill>
              </a:rPr>
              <a:t>Indoor Delivery Robot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C51DC-4CD3-487F-B749-26CB940C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6477000" cy="14287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A3B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2AAA6-BDC5-4083-924D-F9B07CF8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</a:defRPr>
            </a:defPPr>
            <a:lvl1pPr>
              <a:defRPr sz="1650" b="1">
                <a:solidFill>
                  <a:srgbClr val="FFFFFF"/>
                </a:solidFill>
              </a:defRPr>
            </a:lvl1pPr>
            <a:lvl2pPr>
              <a:defRPr sz="1650" b="1">
                <a:solidFill>
                  <a:srgbClr val="FFFFFF"/>
                </a:solidFill>
              </a:defRPr>
            </a:lvl2pPr>
            <a:lvl3pPr>
              <a:defRPr sz="1650" b="1">
                <a:solidFill>
                  <a:srgbClr val="FFFFFF"/>
                </a:solidFill>
              </a:defRPr>
            </a:lvl3pPr>
            <a:lvl4pPr>
              <a:defRPr sz="1650" b="1">
                <a:solidFill>
                  <a:srgbClr val="FFFFFF"/>
                </a:solidFill>
              </a:defRPr>
            </a:lvl4pPr>
            <a:lvl5pPr>
              <a:defRPr sz="1650" b="1">
                <a:solidFill>
                  <a:srgbClr val="FFFFFF"/>
                </a:solidFill>
              </a:defRPr>
            </a:lvl5pPr>
            <a:lvl6pPr>
              <a:defRPr sz="1650" b="1">
                <a:solidFill>
                  <a:srgbClr val="FFFFFF"/>
                </a:solidFill>
              </a:defRPr>
            </a:lvl6pPr>
            <a:lvl7pPr>
              <a:defRPr sz="1650" b="1">
                <a:solidFill>
                  <a:srgbClr val="FFFFFF"/>
                </a:solidFill>
              </a:defRPr>
            </a:lvl7pPr>
            <a:lvl8pPr>
              <a:defRPr sz="1650" b="1">
                <a:solidFill>
                  <a:srgbClr val="FFFFFF"/>
                </a:solidFill>
              </a:defRPr>
            </a:lvl8pPr>
            <a:lvl9pPr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ผลที่ได้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9DFE6-5047-4E84-AF14-BB4D3E22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5753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FFFFFF"/>
                </a:solidFill>
              </a:defRPr>
            </a:defPPr>
            <a:lvl1pPr>
              <a:defRPr sz="1200" b="0">
                <a:solidFill>
                  <a:srgbClr val="FFFFFF"/>
                </a:solidFill>
              </a:defRPr>
            </a:lvl1pPr>
            <a:lvl2pPr>
              <a:defRPr sz="1200" b="0">
                <a:solidFill>
                  <a:srgbClr val="FFFFFF"/>
                </a:solidFill>
              </a:defRPr>
            </a:lvl2pPr>
            <a:lvl3pPr>
              <a:defRPr sz="1200" b="0">
                <a:solidFill>
                  <a:srgbClr val="FFFFFF"/>
                </a:solidFill>
              </a:defRPr>
            </a:lvl3pPr>
            <a:lvl4pPr>
              <a:defRPr sz="1200" b="0">
                <a:solidFill>
                  <a:srgbClr val="FFFFFF"/>
                </a:solidFill>
              </a:defRPr>
            </a:lvl4pPr>
            <a:lvl5pPr>
              <a:defRPr sz="1200" b="0">
                <a:solidFill>
                  <a:srgbClr val="FFFFFF"/>
                </a:solidFill>
              </a:defRPr>
            </a:lvl5pPr>
            <a:lvl6pPr>
              <a:defRPr sz="1200" b="0">
                <a:solidFill>
                  <a:srgbClr val="FFFFFF"/>
                </a:solidFill>
              </a:defRPr>
            </a:lvl6pPr>
            <a:lvl7pPr>
              <a:defRPr sz="1200" b="0">
                <a:solidFill>
                  <a:srgbClr val="FFFFFF"/>
                </a:solidFill>
              </a:defRPr>
            </a:lvl7pPr>
            <a:lvl8pPr>
              <a:defRPr sz="1200" b="0">
                <a:solidFill>
                  <a:srgbClr val="FFFFFF"/>
                </a:solidFill>
              </a:defRPr>
            </a:lvl8pPr>
            <a:lvl9pPr>
              <a:defRPr sz="1200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ฐานหุ่นยนต์เคลื่อนที่จริง  •  SLAM / Localization / Nav2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เว็บจัดการภารกิจและประวัติ  •  Robot Agent เชื่อมคำสั่งและสถานะ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95EE4-A05D-4E1D-9448-A91D9B50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A3B82"/>
                </a:solidFill>
              </a:defRPr>
            </a:defPPr>
            <a:lvl1pPr>
              <a:defRPr sz="1800" b="1">
                <a:solidFill>
                  <a:srgbClr val="0A3B82"/>
                </a:solidFill>
              </a:defRPr>
            </a:lvl1pPr>
            <a:lvl2pPr>
              <a:defRPr sz="1800" b="1">
                <a:solidFill>
                  <a:srgbClr val="0A3B82"/>
                </a:solidFill>
              </a:defRPr>
            </a:lvl2pPr>
            <a:lvl3pPr>
              <a:defRPr sz="1800" b="1">
                <a:solidFill>
                  <a:srgbClr val="0A3B82"/>
                </a:solidFill>
              </a:defRPr>
            </a:lvl3pPr>
            <a:lvl4pPr>
              <a:defRPr sz="1800" b="1">
                <a:solidFill>
                  <a:srgbClr val="0A3B82"/>
                </a:solidFill>
              </a:defRPr>
            </a:lvl4pPr>
            <a:lvl5pPr>
              <a:defRPr sz="1800" b="1">
                <a:solidFill>
                  <a:srgbClr val="0A3B82"/>
                </a:solidFill>
              </a:defRPr>
            </a:lvl5pPr>
            <a:lvl6pPr>
              <a:defRPr sz="1800" b="1">
                <a:solidFill>
                  <a:srgbClr val="0A3B82"/>
                </a:solidFill>
              </a:defRPr>
            </a:lvl6pPr>
            <a:lvl7pPr>
              <a:defRPr sz="1800" b="1">
                <a:solidFill>
                  <a:srgbClr val="0A3B82"/>
                </a:solidFill>
              </a:defRPr>
            </a:lvl7pPr>
            <a:lvl8pPr>
              <a:defRPr sz="1800" b="1">
                <a:solidFill>
                  <a:srgbClr val="0A3B82"/>
                </a:solidFill>
              </a:defRPr>
            </a:lvl8pPr>
            <a:lvl9pPr>
              <a:defRPr sz="18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A3B82"/>
                </a:solidFill>
              </a:defRPr>
            </a:pPr>
            <a:r>
              <a:rPr sz="1800" b="1">
                <a:solidFill>
                  <a:srgbClr val="0A3B82"/>
                </a:solidFill>
              </a:rPr>
              <a:t>ข้อจำกัด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4F405-D294-4F6A-9884-6793DD9F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52197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5718F"/>
                </a:solidFill>
              </a:defRPr>
            </a:defPPr>
            <a:lvl1pPr>
              <a:defRPr sz="1200" b="0">
                <a:solidFill>
                  <a:srgbClr val="55718F"/>
                </a:solidFill>
              </a:defRPr>
            </a:lvl1pPr>
            <a:lvl2pPr>
              <a:defRPr sz="1200" b="0">
                <a:solidFill>
                  <a:srgbClr val="55718F"/>
                </a:solidFill>
              </a:defRPr>
            </a:lvl2pPr>
            <a:lvl3pPr>
              <a:defRPr sz="1200" b="0">
                <a:solidFill>
                  <a:srgbClr val="55718F"/>
                </a:solidFill>
              </a:defRPr>
            </a:lvl3pPr>
            <a:lvl4pPr>
              <a:defRPr sz="1200" b="0">
                <a:solidFill>
                  <a:srgbClr val="55718F"/>
                </a:solidFill>
              </a:defRPr>
            </a:lvl4pPr>
            <a:lvl5pPr>
              <a:defRPr sz="1200" b="0">
                <a:solidFill>
                  <a:srgbClr val="55718F"/>
                </a:solidFill>
              </a:defRPr>
            </a:lvl5pPr>
            <a:lvl6pPr>
              <a:defRPr sz="1200" b="0">
                <a:solidFill>
                  <a:srgbClr val="55718F"/>
                </a:solidFill>
              </a:defRPr>
            </a:lvl6pPr>
            <a:lvl7pPr>
              <a:defRPr sz="1200" b="0">
                <a:solidFill>
                  <a:srgbClr val="55718F"/>
                </a:solidFill>
              </a:defRPr>
            </a:lvl7pPr>
            <a:lvl8pPr>
              <a:defRPr sz="1200" b="0">
                <a:solidFill>
                  <a:srgbClr val="55718F"/>
                </a:solidFill>
              </a:defRPr>
            </a:lvl8pPr>
            <a:lvl9pPr>
              <a:defRPr sz="1200" b="0">
                <a:solidFill>
                  <a:srgbClr val="55718F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5718F"/>
                </a:solidFill>
              </a:defRPr>
            </a:pPr>
            <a:r>
              <a:rPr sz="1200" b="0">
                <a:solidFill>
                  <a:srgbClr val="55718F"/>
                </a:solidFill>
              </a:rPr>
              <a:t>•  หุ่นยนต์ต้นแบบ 1 คันในพื้นที่ทดลอง</a:t>
            </a:r>
          </a:p>
          <a:p xmlns:a="http://schemas.openxmlformats.org/drawingml/2006/main">
            <a:pPr>
              <a:defRPr sz="1200" b="0">
                <a:solidFill>
                  <a:srgbClr val="55718F"/>
                </a:solidFill>
              </a:defRPr>
            </a:pPr>
            <a:r>
              <a:rPr sz="1200" b="0">
                <a:solidFill>
                  <a:srgbClr val="55718F"/>
                </a:solidFill>
              </a:rPr>
              <a:t>•  ยังไม่มีโครงสร้างบรรทุกสิ่งของเฉพาะ</a:t>
            </a:r>
          </a:p>
          <a:p xmlns:a="http://schemas.openxmlformats.org/drawingml/2006/main">
            <a:pPr>
              <a:defRPr sz="1200" b="0">
                <a:solidFill>
                  <a:srgbClr val="55718F"/>
                </a:solidFill>
              </a:defRPr>
            </a:pPr>
            <a:r>
              <a:rPr sz="1200" b="0">
                <a:solidFill>
                  <a:srgbClr val="55718F"/>
                </a:solidFill>
              </a:rPr>
              <a:t>•  หลักฐานการนำทางสำเร็จที่สรุปมี 1 กรณี</a:t>
            </a:r>
          </a:p>
          <a:p xmlns:a="http://schemas.openxmlformats.org/drawingml/2006/main">
            <a:pPr>
              <a:defRPr sz="1200" b="0">
                <a:solidFill>
                  <a:srgbClr val="55718F"/>
                </a:solidFill>
              </a:defRPr>
            </a:pPr>
            <a:r>
              <a:rPr sz="1200" b="0">
                <a:solidFill>
                  <a:srgbClr val="55718F"/>
                </a:solidFill>
              </a:rPr>
              <a:t>•  ยังไม่ประเมินความเสถียรและประสิทธิภาพระยะยาว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F19AB-6E33-44AF-9E15-9599A8D8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657350"/>
            <a:ext cx="3981450" cy="3714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FC4566-3CC1-4C52-BE21-007C22EB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9431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0A3B82"/>
                </a:solidFill>
              </a:defRPr>
            </a:defPPr>
            <a:lvl1pPr>
              <a:defRPr sz="1800" b="1">
                <a:solidFill>
                  <a:srgbClr val="0A3B82"/>
                </a:solidFill>
              </a:defRPr>
            </a:lvl1pPr>
            <a:lvl2pPr>
              <a:defRPr sz="1800" b="1">
                <a:solidFill>
                  <a:srgbClr val="0A3B82"/>
                </a:solidFill>
              </a:defRPr>
            </a:lvl2pPr>
            <a:lvl3pPr>
              <a:defRPr sz="1800" b="1">
                <a:solidFill>
                  <a:srgbClr val="0A3B82"/>
                </a:solidFill>
              </a:defRPr>
            </a:lvl3pPr>
            <a:lvl4pPr>
              <a:defRPr sz="1800" b="1">
                <a:solidFill>
                  <a:srgbClr val="0A3B82"/>
                </a:solidFill>
              </a:defRPr>
            </a:lvl4pPr>
            <a:lvl5pPr>
              <a:defRPr sz="1800" b="1">
                <a:solidFill>
                  <a:srgbClr val="0A3B82"/>
                </a:solidFill>
              </a:defRPr>
            </a:lvl5pPr>
            <a:lvl6pPr>
              <a:defRPr sz="1800" b="1">
                <a:solidFill>
                  <a:srgbClr val="0A3B82"/>
                </a:solidFill>
              </a:defRPr>
            </a:lvl6pPr>
            <a:lvl7pPr>
              <a:defRPr sz="1800" b="1">
                <a:solidFill>
                  <a:srgbClr val="0A3B82"/>
                </a:solidFill>
              </a:defRPr>
            </a:lvl7pPr>
            <a:lvl8pPr>
              <a:defRPr sz="1800" b="1">
                <a:solidFill>
                  <a:srgbClr val="0A3B82"/>
                </a:solidFill>
              </a:defRPr>
            </a:lvl8pPr>
            <a:lvl9pPr>
              <a:defRPr sz="18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A3B82"/>
                </a:solidFill>
              </a:defRPr>
            </a:pPr>
            <a:r>
              <a:rPr sz="1800" b="1">
                <a:solidFill>
                  <a:srgbClr val="0A3B82"/>
                </a:solidFill>
              </a:rPr>
              <a:t>งานพัฒนาต่อ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95ECA8-D116-43E3-BCEA-662A2255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717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03C65-D151-4564-964A-DA807992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146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102A43"/>
                </a:solidFill>
              </a:defRPr>
            </a:defPPr>
            <a:lvl1pPr>
              <a:defRPr sz="1125" b="1">
                <a:solidFill>
                  <a:srgbClr val="102A43"/>
                </a:solidFill>
              </a:defRPr>
            </a:lvl1pPr>
            <a:lvl2pPr>
              <a:defRPr sz="1125" b="1">
                <a:solidFill>
                  <a:srgbClr val="102A43"/>
                </a:solidFill>
              </a:defRPr>
            </a:lvl2pPr>
            <a:lvl3pPr>
              <a:defRPr sz="1125" b="1">
                <a:solidFill>
                  <a:srgbClr val="102A43"/>
                </a:solidFill>
              </a:defRPr>
            </a:lvl3pPr>
            <a:lvl4pPr>
              <a:defRPr sz="1125" b="1">
                <a:solidFill>
                  <a:srgbClr val="102A43"/>
                </a:solidFill>
              </a:defRPr>
            </a:lvl4pPr>
            <a:lvl5pPr>
              <a:defRPr sz="1125" b="1">
                <a:solidFill>
                  <a:srgbClr val="102A43"/>
                </a:solidFill>
              </a:defRPr>
            </a:lvl5pPr>
            <a:lvl6pPr>
              <a:defRPr sz="1125" b="1">
                <a:solidFill>
                  <a:srgbClr val="102A43"/>
                </a:solidFill>
              </a:defRPr>
            </a:lvl6pPr>
            <a:lvl7pPr>
              <a:defRPr sz="1125" b="1">
                <a:solidFill>
                  <a:srgbClr val="102A43"/>
                </a:solidFill>
              </a:defRPr>
            </a:lvl7pPr>
            <a:lvl8pPr>
              <a:defRPr sz="1125" b="1">
                <a:solidFill>
                  <a:srgbClr val="102A43"/>
                </a:solidFill>
              </a:defRPr>
            </a:lvl8pPr>
            <a:lvl9pPr>
              <a:defRPr sz="1125" b="1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เพิ่มโครงสร้างบรรทุกและกลไกยืนยันสิ่งของ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6B4DF-39BF-47E9-A05C-2422DADD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004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5E5B27-FCA8-4028-AB4C-02D301F1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เก็บผลทดสอบซ้ำหลายเส้นทางและหลายสภาพแวดล้อม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4E87FC-F8FA-4048-ACDA-D3C5A097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2905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93501-5D5A-4981-97E9-ABD6D297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7190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ปรับปรุงความปลอดภัยและการกู้คืนเมื่อการนำทางล้มเหลว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B3119F-CFDC-4FA9-81DF-4C0D8BA1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577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1678BE"/>
                </a:solidFill>
              </a:defRPr>
            </a:defPPr>
            <a:lvl1pPr>
              <a:defRPr sz="975" b="1">
                <a:solidFill>
                  <a:srgbClr val="1678BE"/>
                </a:solidFill>
              </a:defRPr>
            </a:lvl1pPr>
            <a:lvl2pPr>
              <a:defRPr sz="975" b="1">
                <a:solidFill>
                  <a:srgbClr val="1678BE"/>
                </a:solidFill>
              </a:defRPr>
            </a:lvl2pPr>
            <a:lvl3pPr>
              <a:defRPr sz="975" b="1">
                <a:solidFill>
                  <a:srgbClr val="1678BE"/>
                </a:solidFill>
              </a:defRPr>
            </a:lvl3pPr>
            <a:lvl4pPr>
              <a:defRPr sz="975" b="1">
                <a:solidFill>
                  <a:srgbClr val="1678BE"/>
                </a:solidFill>
              </a:defRPr>
            </a:lvl4pPr>
            <a:lvl5pPr>
              <a:defRPr sz="975" b="1">
                <a:solidFill>
                  <a:srgbClr val="1678BE"/>
                </a:solidFill>
              </a:defRPr>
            </a:lvl5pPr>
            <a:lvl6pPr>
              <a:defRPr sz="975" b="1">
                <a:solidFill>
                  <a:srgbClr val="1678BE"/>
                </a:solidFill>
              </a:defRPr>
            </a:lvl6pPr>
            <a:lvl7pPr>
              <a:defRPr sz="975" b="1">
                <a:solidFill>
                  <a:srgbClr val="1678BE"/>
                </a:solidFill>
              </a:defRPr>
            </a:lvl7pPr>
            <a:lvl8pPr>
              <a:defRPr sz="975" b="1">
                <a:solidFill>
                  <a:srgbClr val="1678BE"/>
                </a:solidFill>
              </a:defRPr>
            </a:lvl8pPr>
            <a:lvl9pPr>
              <a:defRPr sz="975" b="1">
                <a:solidFill>
                  <a:srgbClr val="1678BE"/>
                </a:solidFill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1678BE"/>
                </a:solidFill>
              </a:defRPr>
            </a:pPr>
            <a:r>
              <a:rPr sz="975" b="1">
                <a:solidFill>
                  <a:srgbClr val="1678BE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4BD401-8C00-4ACF-BF43-D18DA5F3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00550"/>
            <a:ext cx="2781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102A43"/>
                </a:solidFill>
              </a:defRPr>
            </a:defPPr>
            <a:lvl1pPr>
              <a:defRPr sz="1125" b="0">
                <a:solidFill>
                  <a:srgbClr val="102A43"/>
                </a:solidFill>
              </a:defRPr>
            </a:lvl1pPr>
            <a:lvl2pPr>
              <a:defRPr sz="1125" b="0">
                <a:solidFill>
                  <a:srgbClr val="102A43"/>
                </a:solidFill>
              </a:defRPr>
            </a:lvl2pPr>
            <a:lvl3pPr>
              <a:defRPr sz="1125" b="0">
                <a:solidFill>
                  <a:srgbClr val="102A43"/>
                </a:solidFill>
              </a:defRPr>
            </a:lvl3pPr>
            <a:lvl4pPr>
              <a:defRPr sz="1125" b="0">
                <a:solidFill>
                  <a:srgbClr val="102A43"/>
                </a:solidFill>
              </a:defRPr>
            </a:lvl4pPr>
            <a:lvl5pPr>
              <a:defRPr sz="1125" b="0">
                <a:solidFill>
                  <a:srgbClr val="102A43"/>
                </a:solidFill>
              </a:defRPr>
            </a:lvl5pPr>
            <a:lvl6pPr>
              <a:defRPr sz="1125" b="0">
                <a:solidFill>
                  <a:srgbClr val="102A43"/>
                </a:solidFill>
              </a:defRPr>
            </a:lvl6pPr>
            <a:lvl7pPr>
              <a:defRPr sz="1125" b="0">
                <a:solidFill>
                  <a:srgbClr val="102A43"/>
                </a:solidFill>
              </a:defRPr>
            </a:lvl7pPr>
            <a:lvl8pPr>
              <a:defRPr sz="1125" b="0">
                <a:solidFill>
                  <a:srgbClr val="102A43"/>
                </a:solidFill>
              </a:defRPr>
            </a:lvl8pPr>
            <a:lvl9pPr>
              <a:defRPr sz="1125" b="0">
                <a:solidFill>
                  <a:srgbClr val="102A43"/>
                </a:solidFill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102A43"/>
                </a:solidFill>
              </a:defRPr>
            </a:pPr>
            <a:r>
              <a:rPr sz="1125" b="0">
                <a:solidFill>
                  <a:srgbClr val="102A43"/>
                </a:solidFill>
              </a:rPr>
              <a:t>ประเมินเวลาภารกิจ ความแม่นยำ และความพร้อมใช้งาน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D14FE3-BBCF-455D-8BBE-7AD517D16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715000"/>
            <a:ext cx="3981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0A3B82"/>
                </a:solidFill>
              </a:defRPr>
            </a:defPPr>
            <a:lvl1pPr>
              <a:defRPr sz="2100" b="1">
                <a:solidFill>
                  <a:srgbClr val="0A3B82"/>
                </a:solidFill>
              </a:defRPr>
            </a:lvl1pPr>
            <a:lvl2pPr>
              <a:defRPr sz="2100" b="1">
                <a:solidFill>
                  <a:srgbClr val="0A3B82"/>
                </a:solidFill>
              </a:defRPr>
            </a:lvl2pPr>
            <a:lvl3pPr>
              <a:defRPr sz="2100" b="1">
                <a:solidFill>
                  <a:srgbClr val="0A3B82"/>
                </a:solidFill>
              </a:defRPr>
            </a:lvl3pPr>
            <a:lvl4pPr>
              <a:defRPr sz="2100" b="1">
                <a:solidFill>
                  <a:srgbClr val="0A3B82"/>
                </a:solidFill>
              </a:defRPr>
            </a:lvl4pPr>
            <a:lvl5pPr>
              <a:defRPr sz="2100" b="1">
                <a:solidFill>
                  <a:srgbClr val="0A3B82"/>
                </a:solidFill>
              </a:defRPr>
            </a:lvl5pPr>
            <a:lvl6pPr>
              <a:defRPr sz="2100" b="1">
                <a:solidFill>
                  <a:srgbClr val="0A3B82"/>
                </a:solidFill>
              </a:defRPr>
            </a:lvl6pPr>
            <a:lvl7pPr>
              <a:defRPr sz="2100" b="1">
                <a:solidFill>
                  <a:srgbClr val="0A3B82"/>
                </a:solidFill>
              </a:defRPr>
            </a:lvl7pPr>
            <a:lvl8pPr>
              <a:defRPr sz="2100" b="1">
                <a:solidFill>
                  <a:srgbClr val="0A3B82"/>
                </a:solidFill>
              </a:defRPr>
            </a:lvl8pPr>
            <a:lvl9pPr>
              <a:defRPr sz="2100" b="1">
                <a:solidFill>
                  <a:srgbClr val="0A3B82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A3B82"/>
                </a:solidFill>
              </a:defRPr>
            </a:pPr>
            <a:r>
              <a:rPr sz="2100" b="1">
                <a:solidFill>
                  <a:srgbClr val="0A3B82"/>
                </a:solidFill>
              </a:rPr>
              <a:t>ขอบคุณครับ</a:t>
            </a:r>
          </a:p>
        </p:txBody>
      </p:sp>
    </p:spTree>
    <p:extLst>
      <p:ext uri="{BB962C8B-B14F-4D97-AF65-F5344CB8AC3E}">
        <p14:creationId xmlns:p14="http://schemas.microsoft.com/office/powerpoint/2010/main" val="1812349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2026-10-20T20:46:15.0190000Z</dcterms:created>
  <dcterms:modified xsi:type="dcterms:W3CDTF">2026-10-20T20:46:15.0190000Z</dcterms:modified>
</coreProperties>
</file>