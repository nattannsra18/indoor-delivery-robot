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993d4e4b554384" /><Relationship Type="http://schemas.openxmlformats.org/officeDocument/2006/relationships/extended-properties" Target="/docProps/app.xml" Id="R49561041f9944e84" /><Relationship Type="http://schemas.openxmlformats.org/officeDocument/2006/relationships/officeDocument" Target="/ppt/presentation.xml" Id="R12a70e95674a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a67d4073b84d7b"/>
  </p:sldMasterIdLst>
  <p:notesMasterIdLst>
    <p:notesMasterId xmlns:r="http://schemas.openxmlformats.org/officeDocument/2006/relationships" r:id="Rfea3450823ea4251"/>
  </p:notesMasterIdLst>
  <p:sldIdLst>
    <p:sldId xmlns:r="http://schemas.openxmlformats.org/officeDocument/2006/relationships" id="256" r:id="Re11afe50dbee4dd4"/>
    <p:sldId xmlns:r="http://schemas.openxmlformats.org/officeDocument/2006/relationships" id="257" r:id="Re0175557a6dc462b"/>
    <p:sldId xmlns:r="http://schemas.openxmlformats.org/officeDocument/2006/relationships" id="258" r:id="Red8d60d268be4537"/>
    <p:sldId xmlns:r="http://schemas.openxmlformats.org/officeDocument/2006/relationships" id="259" r:id="R548184362dfc4b3e"/>
    <p:sldId xmlns:r="http://schemas.openxmlformats.org/officeDocument/2006/relationships" id="260" r:id="Rd19ecce128cc4bb5"/>
    <p:sldId xmlns:r="http://schemas.openxmlformats.org/officeDocument/2006/relationships" id="261" r:id="R24326a42b2884539"/>
    <p:sldId xmlns:r="http://schemas.openxmlformats.org/officeDocument/2006/relationships" id="262" r:id="R1ef7327c811a4fc5"/>
    <p:sldId xmlns:r="http://schemas.openxmlformats.org/officeDocument/2006/relationships" id="263" r:id="R363941ef12544c28"/>
    <p:sldId xmlns:r="http://schemas.openxmlformats.org/officeDocument/2006/relationships" id="264" r:id="Re749c3f470b24e7b"/>
    <p:sldId xmlns:r="http://schemas.openxmlformats.org/officeDocument/2006/relationships" id="265" r:id="Rdc6032091bab4f77"/>
    <p:sldId xmlns:r="http://schemas.openxmlformats.org/officeDocument/2006/relationships" id="266" r:id="R61733c4f73664a38"/>
    <p:sldId xmlns:r="http://schemas.openxmlformats.org/officeDocument/2006/relationships" id="267" r:id="R273398d218bf4311"/>
    <p:sldId xmlns:r="http://schemas.openxmlformats.org/officeDocument/2006/relationships" id="268" r:id="Rd887b896e7424485"/>
    <p:sldId xmlns:r="http://schemas.openxmlformats.org/officeDocument/2006/relationships" id="269" r:id="R378d634464624e9f"/>
    <p:sldId xmlns:r="http://schemas.openxmlformats.org/officeDocument/2006/relationships" id="270" r:id="Rb4d0164f9a5f42a8"/>
    <p:sldId xmlns:r="http://schemas.openxmlformats.org/officeDocument/2006/relationships" id="271" r:id="Raf6c5f11ca2d4b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a9a2cd68b4d12" /><Relationship Type="http://schemas.openxmlformats.org/officeDocument/2006/relationships/slideMaster" Target="/ppt/slideMasters/slideMaster1.xml" Id="Rdba67d4073b84d7b" /><Relationship Type="http://schemas.openxmlformats.org/officeDocument/2006/relationships/notesMaster" Target="/ppt/notesMasters/notesMaster1.xml" Id="Rfea3450823ea4251" /><Relationship Type="http://schemas.openxmlformats.org/officeDocument/2006/relationships/presProps" Target="/ppt/presProps.xml" Id="Rd2ff2bbf8fa745aa" /><Relationship Type="http://schemas.openxmlformats.org/officeDocument/2006/relationships/tableStyles" Target="/ppt/tableStyles.xml" Id="R9a62400107e54e91" /><Relationship Type="http://schemas.openxmlformats.org/officeDocument/2006/relationships/slide" Target="/ppt/slides/slide1.xml" Id="Re11afe50dbee4dd4" /><Relationship Type="http://schemas.openxmlformats.org/officeDocument/2006/relationships/slide" Target="/ppt/slides/slide2.xml" Id="Re0175557a6dc462b" /><Relationship Type="http://schemas.openxmlformats.org/officeDocument/2006/relationships/slide" Target="/ppt/slides/slide3.xml" Id="Red8d60d268be4537" /><Relationship Type="http://schemas.openxmlformats.org/officeDocument/2006/relationships/slide" Target="/ppt/slides/slide4.xml" Id="R548184362dfc4b3e" /><Relationship Type="http://schemas.openxmlformats.org/officeDocument/2006/relationships/slide" Target="/ppt/slides/slide5.xml" Id="Rd19ecce128cc4bb5" /><Relationship Type="http://schemas.openxmlformats.org/officeDocument/2006/relationships/slide" Target="/ppt/slides/slide6.xml" Id="R24326a42b2884539" /><Relationship Type="http://schemas.openxmlformats.org/officeDocument/2006/relationships/slide" Target="/ppt/slides/slide7.xml" Id="R1ef7327c811a4fc5" /><Relationship Type="http://schemas.openxmlformats.org/officeDocument/2006/relationships/slide" Target="/ppt/slides/slide8.xml" Id="R363941ef12544c28" /><Relationship Type="http://schemas.openxmlformats.org/officeDocument/2006/relationships/slide" Target="/ppt/slides/slide9.xml" Id="Re749c3f470b24e7b" /><Relationship Type="http://schemas.openxmlformats.org/officeDocument/2006/relationships/slide" Target="/ppt/slides/slide10.xml" Id="Rdc6032091bab4f77" /><Relationship Type="http://schemas.openxmlformats.org/officeDocument/2006/relationships/slide" Target="/ppt/slides/slide11.xml" Id="R61733c4f73664a38" /><Relationship Type="http://schemas.openxmlformats.org/officeDocument/2006/relationships/slide" Target="/ppt/slides/slide12.xml" Id="R273398d218bf4311" /><Relationship Type="http://schemas.openxmlformats.org/officeDocument/2006/relationships/slide" Target="/ppt/slides/slide13.xml" Id="Rd887b896e7424485" /><Relationship Type="http://schemas.openxmlformats.org/officeDocument/2006/relationships/slide" Target="/ppt/slides/slide14.xml" Id="R378d634464624e9f" /><Relationship Type="http://schemas.openxmlformats.org/officeDocument/2006/relationships/slide" Target="/ppt/slides/slide15.xml" Id="Rb4d0164f9a5f42a8" /><Relationship Type="http://schemas.openxmlformats.org/officeDocument/2006/relationships/slide" Target="/ppt/slides/slide16.xml" Id="Raf6c5f11ca2d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ea04c22c64c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349cdd06a489e" /><Relationship Type="http://schemas.openxmlformats.org/officeDocument/2006/relationships/notesMaster" Target="/ppt/notesMasters/notesMaster1.xml" Id="Rd0d9f97e02e6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4e49e6a004496" /><Relationship Type="http://schemas.openxmlformats.org/officeDocument/2006/relationships/notesMaster" Target="/ppt/notesMasters/notesMaster1.xml" Id="R9f02e2e54c5c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0116dda1b4260" /><Relationship Type="http://schemas.openxmlformats.org/officeDocument/2006/relationships/notesMaster" Target="/ppt/notesMasters/notesMaster1.xml" Id="Rbf1bfa9ad16642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fe6271fd3e481c" /><Relationship Type="http://schemas.openxmlformats.org/officeDocument/2006/relationships/notesMaster" Target="/ppt/notesMasters/notesMaster1.xml" Id="Rece8d1cc646d41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0e74ef20e5448c" /><Relationship Type="http://schemas.openxmlformats.org/officeDocument/2006/relationships/notesMaster" Target="/ppt/notesMasters/notesMaster1.xml" Id="Ra044c170a854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c5f1011d04adb" /><Relationship Type="http://schemas.openxmlformats.org/officeDocument/2006/relationships/notesMaster" Target="/ppt/notesMasters/notesMaster1.xml" Id="R3097fffbb7d8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4478c750954d48" /><Relationship Type="http://schemas.openxmlformats.org/officeDocument/2006/relationships/notesMaster" Target="/ppt/notesMasters/notesMaster1.xml" Id="R483e07af726e45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69825c30dc44da" /><Relationship Type="http://schemas.openxmlformats.org/officeDocument/2006/relationships/notesMaster" Target="/ppt/notesMasters/notesMaster1.xml" Id="R7e34c9bbe40c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8a2c589a0400f" /><Relationship Type="http://schemas.openxmlformats.org/officeDocument/2006/relationships/notesMaster" Target="/ppt/notesMasters/notesMaster1.xml" Id="R9328a650a45143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623ce8f4414344" /><Relationship Type="http://schemas.openxmlformats.org/officeDocument/2006/relationships/notesMaster" Target="/ppt/notesMasters/notesMaster1.xml" Id="R776d4ee21f1b46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fa3c901e8a4139" /><Relationship Type="http://schemas.openxmlformats.org/officeDocument/2006/relationships/notesMaster" Target="/ppt/notesMasters/notesMaster1.xml" Id="Re78c6a55459647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208e22f7d4c50" /><Relationship Type="http://schemas.openxmlformats.org/officeDocument/2006/relationships/notesMaster" Target="/ppt/notesMasters/notesMaster1.xml" Id="Re979d98d86434e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45cd30255c43f2" /><Relationship Type="http://schemas.openxmlformats.org/officeDocument/2006/relationships/notesMaster" Target="/ppt/notesMasters/notesMaster1.xml" Id="R0e506f87e89e46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fe5c2759174d76" /><Relationship Type="http://schemas.openxmlformats.org/officeDocument/2006/relationships/notesMaster" Target="/ppt/notesMasters/notesMaster1.xml" Id="R241cb99124ff44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2e42fa45074ab3" /><Relationship Type="http://schemas.openxmlformats.org/officeDocument/2006/relationships/notesMaster" Target="/ppt/notesMasters/notesMaster1.xml" Id="R4e4e0ab001fc4d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8a216092b24cd7" /><Relationship Type="http://schemas.openxmlformats.org/officeDocument/2006/relationships/notesMaster" Target="/ppt/notesMasters/notesMaster1.xml" Id="R486950250753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f5266cd5445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0d4f9514147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3fe48f3f648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267bece754b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eaad328c14c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5a1083d964f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3BDAA5-2DB5-4289-A0BC-CDAF2D773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E33258-54A9-4466-A586-62DD82202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DD779F-F272-42EB-841E-EB244D948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26B5B0-CC82-486B-BC53-15FCF087D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03BFBF-3860-475B-8545-FF69AF9EB2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494712-8A35-43A6-B21F-AC217E8CD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B4082D-6645-4A8B-98C4-1B7F21DEA8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65D96E-ECA5-48C7-AAE6-A9E790E6CA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F53891-387F-4C31-BF48-7F93434AD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DF8D58-C696-4B1C-A91B-770AF45196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9e31445c904ea8" /><Relationship Type="http://schemas.openxmlformats.org/officeDocument/2006/relationships/slideLayout" Target="/ppt/slideLayouts/slideLayout1.xml" Id="R1e94f29d9cf04e67" /><Relationship Type="http://schemas.openxmlformats.org/officeDocument/2006/relationships/slideLayout" Target="/ppt/slideLayouts/slideLayout2.xml" Id="Rfd9f84035ff04460" /><Relationship Type="http://schemas.openxmlformats.org/officeDocument/2006/relationships/slideLayout" Target="/ppt/slideLayouts/slideLayout3.xml" Id="R36ea1fd617cd40d7" /><Relationship Type="http://schemas.openxmlformats.org/officeDocument/2006/relationships/slideLayout" Target="/ppt/slideLayouts/slideLayout4.xml" Id="Rf35cb57b11e54a6c" /><Relationship Type="http://schemas.openxmlformats.org/officeDocument/2006/relationships/slideLayout" Target="/ppt/slideLayouts/slideLayout5.xml" Id="Rdc98980f1405494a" /><Relationship Type="http://schemas.openxmlformats.org/officeDocument/2006/relationships/slideLayout" Target="/ppt/slideLayouts/slideLayout6.xml" Id="R1dd79214bf764d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4f29d9cf04e67"/>
    <p:sldLayoutId xmlns:r="http://schemas.openxmlformats.org/officeDocument/2006/relationships" id="2147483650" r:id="Rfd9f84035ff04460"/>
    <p:sldLayoutId xmlns:r="http://schemas.openxmlformats.org/officeDocument/2006/relationships" id="2147483651" r:id="R36ea1fd617cd40d7"/>
    <p:sldLayoutId xmlns:r="http://schemas.openxmlformats.org/officeDocument/2006/relationships" id="2147483652" r:id="Rf35cb57b11e54a6c"/>
    <p:sldLayoutId xmlns:r="http://schemas.openxmlformats.org/officeDocument/2006/relationships" id="2147483653" r:id="Rdc98980f1405494a"/>
    <p:sldLayoutId xmlns:r="http://schemas.openxmlformats.org/officeDocument/2006/relationships" id="2147483654" r:id="R1dd79214bf764d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fe37826e041a0" /><Relationship Type="http://schemas.openxmlformats.org/officeDocument/2006/relationships/notesSlide" Target="/ppt/notesSlides/notesSlide1.xml" Id="Ref94a548ab41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05083432e4cd4" /><Relationship Type="http://schemas.openxmlformats.org/officeDocument/2006/relationships/notesSlide" Target="/ppt/notesSlides/notesSlide2.xml" Id="Rdfa587ded45c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87db5d90a44be" /><Relationship Type="http://schemas.openxmlformats.org/officeDocument/2006/relationships/notesSlide" Target="/ppt/notesSlides/notesSlide3.xml" Id="Re71f8f746cac45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71220beb045d5" /><Relationship Type="http://schemas.openxmlformats.org/officeDocument/2006/relationships/notesSlide" Target="/ppt/notesSlides/notesSlide4.xml" Id="R9cdc04d4363c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27e4518244347" /><Relationship Type="http://schemas.openxmlformats.org/officeDocument/2006/relationships/notesSlide" Target="/ppt/notesSlides/notesSlide5.xml" Id="R48fb836ed832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f3266bf0f4bf1" /><Relationship Type="http://schemas.openxmlformats.org/officeDocument/2006/relationships/image" Target="/ppt/media/image.png" Id="R8be38b5904864d19" /><Relationship Type="http://schemas.openxmlformats.org/officeDocument/2006/relationships/notesSlide" Target="/ppt/notesSlides/notesSlide6.xml" Id="R10dbf42d2574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3720c0b4b42db" /><Relationship Type="http://schemas.openxmlformats.org/officeDocument/2006/relationships/image" Target="/ppt/media/image2.png" Id="Rb546871bfb5d43bc" /><Relationship Type="http://schemas.openxmlformats.org/officeDocument/2006/relationships/notesSlide" Target="/ppt/notesSlides/notesSlide7.xml" Id="Rb6b637d28b374c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daee231284285" /><Relationship Type="http://schemas.openxmlformats.org/officeDocument/2006/relationships/image" Target="/ppt/media/image3.png" Id="R6b772dd9acde4b22" /><Relationship Type="http://schemas.openxmlformats.org/officeDocument/2006/relationships/notesSlide" Target="/ppt/notesSlides/notesSlide8.xml" Id="R1047ed832ead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b82de46d34af5" /><Relationship Type="http://schemas.openxmlformats.org/officeDocument/2006/relationships/image" Target="/ppt/media/image4.png" Id="R75c32acfdf324559" /><Relationship Type="http://schemas.openxmlformats.org/officeDocument/2006/relationships/notesSlide" Target="/ppt/notesSlides/notesSlide9.xml" Id="R96212adddf1c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7de03d4674282" /><Relationship Type="http://schemas.openxmlformats.org/officeDocument/2006/relationships/notesSlide" Target="/ppt/notesSlides/notesSlide10.xml" Id="R3ef4a71f231544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4da05e4244bff" /><Relationship Type="http://schemas.openxmlformats.org/officeDocument/2006/relationships/image" Target="/ppt/media/image5.png" Id="Re2c6b7e3ff694ae8" /><Relationship Type="http://schemas.openxmlformats.org/officeDocument/2006/relationships/notesSlide" Target="/ppt/notesSlides/notesSlide11.xml" Id="Re1ca2c98590e45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62c5f634d43fa" /><Relationship Type="http://schemas.openxmlformats.org/officeDocument/2006/relationships/notesSlide" Target="/ppt/notesSlides/notesSlide12.xml" Id="R40c34351a94c4b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0920171b04096" /><Relationship Type="http://schemas.openxmlformats.org/officeDocument/2006/relationships/image" Target="/ppt/media/image6.png" Id="R7b800de32ed34e73" /><Relationship Type="http://schemas.openxmlformats.org/officeDocument/2006/relationships/image" Target="/ppt/media/image7.png" Id="Rb8f8e0aca7994bb5" /><Relationship Type="http://schemas.openxmlformats.org/officeDocument/2006/relationships/notesSlide" Target="/ppt/notesSlides/notesSlide13.xml" Id="R547384c3d36c40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79da85e2b4be3" /><Relationship Type="http://schemas.openxmlformats.org/officeDocument/2006/relationships/image" Target="/ppt/media/image8.png" Id="R8e74544bf5a64cce" /><Relationship Type="http://schemas.openxmlformats.org/officeDocument/2006/relationships/notesSlide" Target="/ppt/notesSlides/notesSlide14.xml" Id="R575e1bbe418549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13a2540cf4d17" /><Relationship Type="http://schemas.openxmlformats.org/officeDocument/2006/relationships/notesSlide" Target="/ppt/notesSlides/notesSlide15.xml" Id="R37cf8e352261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7cd0a2cec4f58" /><Relationship Type="http://schemas.openxmlformats.org/officeDocument/2006/relationships/notesSlide" Target="/ppt/notesSlides/notesSlide16.xml" Id="Re8473d8dc64041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165B6-FFB7-4D63-9425-8721C1F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C5F5D-5BA5-4BAB-BC32-1A72B54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23B85-18DC-497B-9E66-1681C12A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375EA-B204-4F5D-81B1-3DF19B0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54C9-EE86-4A77-87C9-44085AA5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70A71-99E0-4BE5-B43F-1F16E57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E79BD-73E9-43FA-B1E7-15C224E4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F7639-9609-4ED9-9C18-036F56B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1A2D8-9383-45F7-9BC5-5A6AD32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EBD05-2C65-43D8-8C29-AF96946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40B65-837A-4EA0-B53A-4FC17D1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DD6FF-9D75-4B77-80F0-737BF5DC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1304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71C9A-0FBB-42DA-922D-D1DE40C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B6450-49B1-40F6-8BD7-448ADC5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496D1-5FC6-44A6-ADF7-383A8A6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808A1-2F29-40A4-A07D-72C391C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40A6D-8878-4D80-8A3B-45F12CF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0F14D-2289-4809-9D1F-E568793D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EA25C-ED1D-4B1E-8100-C8076355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702FD-9D35-4398-A7DD-ECF52C2D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B0502-A044-4051-9223-63ABBE5F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0EEDF-9DF8-4288-B515-F0C524A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41570-3980-4D2F-8A1C-5D4101F9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90C85-F6FA-4000-8703-2B8D996A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B53F7-2898-4C8C-A431-EB388A4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2526-7141-4852-B9BA-B48C738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D4431-6FED-48AB-8BF2-C699EDF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8D682-0E41-46D5-BF24-37FF126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480021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3ADED-242D-4D4B-8A40-2AE93E3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312C3-3476-474B-B23F-279B83A1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B8C74-CDB9-44EB-AE57-CB3E21F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25167-CF7C-4853-BF12-EE96B49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B170C-DF10-4E01-9358-7D85E52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E37D4-2CAD-4C2B-8070-BB80666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45391-8BDE-428D-B0D4-A3B6540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1110D-AE0C-4B39-807E-3ECBD35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860BF-1947-4B1C-ABCC-0D434C7A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68AC1-9413-4AF3-9D82-06C1013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B3F5A-D8B8-4210-9256-3422AB8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58D88-2DF1-4FA8-B76F-7A2FC5C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1B69-026A-4547-BE8A-7D345FE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854A4-191F-46EA-A108-04DA218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58E10-E1A4-4160-B147-58B662AC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AD8D4-59CD-44E7-B647-7CBA22A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E79F2-62D0-409A-A565-98BFDDD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786FE-69B5-47AF-824F-3052283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E83C9-D16A-4056-BDAF-9143C79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72A6A-BA15-4D0A-AF53-E456C1C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BC5C9-2956-4C32-B356-7D89639C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F4FB7-5240-4CAC-8700-43F29CF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5700E-89AF-4ACB-999B-171A938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200F0-D382-4AEE-BC8D-B42FC1B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6BD92-8CD7-402F-8C8C-A10B697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5EACC-E6D1-4D54-A0C0-2990CE1B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444438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8F3EF-034D-44A0-806C-00E572D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37E41-6D38-41E9-AF99-9DD987F5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C3F4-9E16-4771-A250-8A048446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69666-075D-4E8C-9611-31E987B3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CED2F-A3E4-494B-8FF3-F17E989D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A724E-60E8-43F4-88ED-035E731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CDE92-189A-40C0-A46D-63DE5214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24C51-4C6F-46B0-A5ED-B43EB8A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4580B-B165-4C7F-B576-831F5108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85139-D032-4F99-83B9-94CA336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F47A-D387-4E0B-A4F8-38DB616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89729-0B57-48E5-B63E-7D1C492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59B11-B901-4F44-85CD-8833307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6DE08-A366-4A3F-8F31-DC256BE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01878-1053-45B4-B90A-3518C945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469A2-7F38-4DA8-B931-8746B3E7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49060-4697-44CB-A86B-059D73B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AAF16-909B-4277-B027-5FE3A8A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D757F-3456-462C-A20C-6EB81DB8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61225-60EC-4065-894A-1AF97B1F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C24B6-6907-46B7-BDAA-0B5CEA4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2673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A3EE6-BA40-4870-8E25-8B19212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F0618-228F-4B64-9044-5A70E22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A3636-438F-4A25-9D6B-C36EEC2B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CD452-36BF-40CA-BF12-D01E93E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82D54-D6CC-4584-99BE-C7F6036B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D250-33ED-4820-8841-F40CFDC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C8EE1-4710-486A-847B-E1E04A0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856AD-0B2A-4428-A130-8FC1FBD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856B1-4ED3-4C4B-8437-F4F57C3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F818B-7D70-4B80-9AE5-BB29C06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7BF7B-5D96-4C80-ABFE-2A99D8C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44829-3128-4270-BC6E-5318242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8CFC-DAC8-4A47-802B-8CEF698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91F3C-9C8E-4777-9C33-6B41EEA3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8ADCF-7E5A-4184-870D-0AF03213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E48C-A271-4209-AB9B-FA4945D4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5FB0D-8F6C-4373-A120-6F89640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4C5C4-C458-4448-8D4D-7A76403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C60D0-D29D-4CD2-84E2-3B51611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E6A3A-15DF-455B-88AE-EF440384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56F59-2922-4422-8FF0-0E30B10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51B29-A407-4CA2-B656-A9B9FF3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9C08B-C40C-4726-9BA9-695BEC1D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24865-EDC2-4294-9BF4-DE93E23D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CF3BF-1B79-4287-BD14-4EB1F9F9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D3DAE-0053-4BB4-B37B-09DC167A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A254F-D2EE-4797-AF7D-0E55C3A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C8EAC-A27A-403E-AF1E-A9FB028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AFB39F-B18F-40FE-BA1A-B5175E7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896675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F433D-31D3-43E7-AE27-E2587553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616B2-EDF9-4B92-9637-DDBAC1CA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D0ADB-A925-4979-A84F-0EF9F6F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BD820-8B4C-45E2-8B40-48274A58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CE22A-856D-48AD-B7F1-5D0DF8D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849E9-521B-4531-93B7-2780A04FA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38b5904864d19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5FF5C-F9A9-40E8-AF6F-336892F6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407403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ACC8C-F096-4FCC-9446-D395B60B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451E8-4130-4FCF-8A9C-3F89C10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65AD-95FE-4716-967A-E063D96A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77F4B-4818-44A9-9A89-0AB3CBD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ED47-E865-4CCE-B480-0C58FE2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946F5-C5E4-4E93-84EE-E7B3A22BE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6871bfb5d43bc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EAC81-C04A-4F1B-8EA0-2839CCEE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3D09-4AA6-412F-97BA-01A051F1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29408-3744-4D73-8FA9-2F1BA5D7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02C27-367A-4780-B4EE-1BF3893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28FDD-A806-461A-9FAB-B766333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A750D-D63C-46F0-A23F-8223119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0C9C6-7670-4279-9433-CEE837D3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BD960-860D-48EC-8FCA-3F66076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037B9-267B-4E28-9918-519AE7C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5DA07-6883-46C5-9A32-84145761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7498-0AB6-4AB2-9A5F-74AB451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22E64-E2E1-4147-9CA6-4A18157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D7F06-24EA-4D37-AB21-2FFBDD73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2087231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7E233-74A8-4EE2-90EA-C64F935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CFDE6-984E-4860-A32E-8521998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3DBC-575B-4C9B-BCCE-04C0756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E5CB0-7915-46E5-9B50-CD5BBFA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DF838-CC91-46BF-842B-D580C37B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9F9F5-5C6A-40CC-84D4-C28755F81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72dd9acde4b22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33447-B4B1-4016-BD08-5336CADA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FC2B5-3A82-4CA9-8CFF-DCE2ED3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FBF2C-B078-4FC5-A407-30445EB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01E7B-B74C-48C9-8603-4F88D08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7B619-138B-4F80-A44C-D7FC9C0C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5A4C5-771F-4D1F-A194-3841BD1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A7CC9-7A42-43E4-AB7A-26819AE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715C1-46C1-450C-B7DE-B7495B1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4D458-759E-49B0-93A6-981883D4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B8ED-FF0F-4EDB-86DA-7F595F33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B2F9A-C43B-4B72-9D0F-99081EF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1726209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59720-C67D-4CF7-B18B-E1D82A74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A15C3-D610-4E13-A036-067CBB1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F7EC3-EB13-4FB2-BDF8-E4180946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087E-E44A-43CD-A719-5380A27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0EBDA-2BA0-4FC0-8285-DE7DD115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C6B77-4599-4FDF-81D1-E928A72D3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32acfdf324559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95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EA61FB-02EC-4EF4-A215-B1929B7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F9A1-ED3E-4386-B8F4-EA3AD19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78F75-959A-40C8-82FB-0F0CC95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52008-EBE7-4704-ABED-129D1F2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B9BAB-18BF-4B00-96AC-43B7E559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คำสั่งส่งไปยังหุ่นยนต์ และสถานะส่งกลับมาที่หน้าเว็บ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E6EC6-4786-412F-81B8-6F6AA112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80975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AECAF-9CFA-484C-AFFB-30A0732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68A6B-BA80-4EA5-9F66-CBB11A0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13294-6F21-4A73-8B20-93D0E49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เลือกสถานีและยืนยันการรับส่ง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FEC81-C8A8-44EE-8817-52DAD6AF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0975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AE449-F8FB-4A66-8EF0-6B48EE43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4D5AD-BAD6-47FD-93FD-930F5E8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8C211-BBCD-48D0-8F5A-6EBFD58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52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บันทึกภารกิจและจัดการคิว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AF2A0-CBA8-4604-B5CD-7A65124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B1B29-4CAC-4D47-B041-5890B8D2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1508A-BE0F-4012-806D-78412BB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F319B-E5BC-4C3E-9566-9A41FB4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52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แปลงภารกิจเป็นคำสั่ง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64F7E-D117-468A-A4B6-EE4BB128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80975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B385C-9A56-4556-AE2B-58BD072E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D65A-37C5-4F8E-AA6C-70BFE493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3D68A-DEC2-40F3-BB3E-2C710F3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52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วางแผนเส้นทางและควบคุมการนำทาง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BAEE5-CD0B-4C52-BC23-CD00F337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80975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2B5A1-29FA-4C71-B156-13CF02B1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BFF80-DDA8-4213-AF3F-8BF40F7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BASE + ESP32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2AFFC-9C5B-48E6-960E-88D12FC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52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38B25-C8FA-4C7F-AE46-A45B320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COMMAND TO ROBOT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60B2D-C332-4754-84EB-078D10C9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57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Create 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C25FA-22E5-4779-B2C1-EE137AEC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DCE231-5D11-4005-94E3-068710B8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Assign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6FC2D-D01F-4309-A410-8D63A43A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2E19A-10FF-4063-BFFF-CCF51B5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goal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A6118-5869-4DA3-81E7-C3C345BA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F034BB-D9D6-4E70-A7CC-3E111E6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Wheel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11111-3702-4163-BA02-81AD832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EED7C-6432-4792-A013-379DB4F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STATUS TO USER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4DB5F-7F52-44F3-A2A9-3E72C1ED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4850"/>
            <a:ext cx="438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F6C1D-55CA-41DA-9ECF-5128D05F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UI update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0ACF70-5EB7-43BB-A922-B24E9ED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438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577731-ABF9-4528-9009-2B1A82B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57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state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AEFF9C-1A40-4830-872F-55A0181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438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B5629-1A57-4D9A-936E-1D10186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BFD4AF-7A93-4832-9893-EACC7D75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4381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980905-1FA4-44C9-B4E8-FEBBB66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Encoder / Odometry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5C2F1C-5CCC-439D-95FD-39E5D030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1239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C3EC28-8CB9-420E-A50D-1632BEC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3B82"/>
                </a:solidFill>
              </a:defRPr>
            </a:defPPr>
            <a:lvl1pPr>
              <a:defRPr sz="1125" b="1">
                <a:solidFill>
                  <a:srgbClr val="0A3B82"/>
                </a:solidFill>
              </a:defRPr>
            </a:lvl1pPr>
            <a:lvl2pPr>
              <a:defRPr sz="1125" b="1">
                <a:solidFill>
                  <a:srgbClr val="0A3B82"/>
                </a:solidFill>
              </a:defRPr>
            </a:lvl2pPr>
            <a:lvl3pPr>
              <a:defRPr sz="1125" b="1">
                <a:solidFill>
                  <a:srgbClr val="0A3B82"/>
                </a:solidFill>
              </a:defRPr>
            </a:lvl3pPr>
            <a:lvl4pPr>
              <a:defRPr sz="1125" b="1">
                <a:solidFill>
                  <a:srgbClr val="0A3B82"/>
                </a:solidFill>
              </a:defRPr>
            </a:lvl4pPr>
            <a:lvl5pPr>
              <a:defRPr sz="1125" b="1">
                <a:solidFill>
                  <a:srgbClr val="0A3B82"/>
                </a:solidFill>
              </a:defRPr>
            </a:lvl5pPr>
            <a:lvl6pPr>
              <a:defRPr sz="1125" b="1">
                <a:solidFill>
                  <a:srgbClr val="0A3B82"/>
                </a:solidFill>
              </a:defRPr>
            </a:lvl6pPr>
            <a:lvl7pPr>
              <a:defRPr sz="1125" b="1">
                <a:solidFill>
                  <a:srgbClr val="0A3B82"/>
                </a:solidFill>
              </a:defRPr>
            </a:lvl7pPr>
            <a:lvl8pPr>
              <a:defRPr sz="1125" b="1">
                <a:solidFill>
                  <a:srgbClr val="0A3B82"/>
                </a:solidFill>
              </a:defRPr>
            </a:lvl8pPr>
            <a:lvl9pPr>
              <a:defRPr sz="11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A3B82"/>
                </a:solidFill>
              </a:defRPr>
            </a:pPr>
            <a:r>
              <a:rPr sz="1125" b="1">
                <a:solidFill>
                  <a:srgbClr val="0A3B82"/>
                </a:solidFill>
              </a:rPr>
              <a:t>สิ่งที่ผู้ใช้เห็นบนเว็บ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E1B52E-AEAA-456C-8A95-7417C681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ตำแหน่งหุ่นยนต์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19FC93-F1C3-4878-9083-8C50168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สถานะการนำทาง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97876B-3643-4641-91E3-471F263A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สถานะภารกิจ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0599CF-F75B-43B6-93AA-C35F02C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81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Event History</a:t>
            </a:r>
          </a:p>
        </p:txBody>
      </p:sp>
    </p:spTree>
    <p:extLst>
      <p:ext uri="{BB962C8B-B14F-4D97-AF65-F5344CB8AC3E}">
        <p14:creationId xmlns:p14="http://schemas.microsoft.com/office/powerpoint/2010/main" val="829474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B5679-3F64-4CBC-B3A9-2C68C1E3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E5F6A-4A9D-42E1-A93D-4653056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B2FA9-5335-45E0-9B2B-4466D860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Mission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8BF0D-2013-4BAE-A670-45EDC5D4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A2259-D5C2-4820-8746-B0A29BA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A delivery is a sequence of states, not only a navigation goal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DD7D-B64E-41BE-A3DC-7106ABCB2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6b7e3ff694ae8"/>
          <a:stretch xmlns:a="http://schemas.openxmlformats.org/drawingml/2006/main"/>
        </p:blipFill>
        <p:spPr>
          <a:xfrm xmlns:a="http://schemas.openxmlformats.org/drawingml/2006/main">
            <a:off x="1857375" y="1485900"/>
            <a:ext cx="32385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002A3-2BE2-4300-9B63-AE76B48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NORMAL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62D5A-A5D0-4C87-829B-F7683B0D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7AB95-22C5-456E-A5E7-CE0DEDE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193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QUEUED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F672E-E9E5-4D69-BEFD-11F2C80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55006-5297-4A15-B5DA-CF08B5B5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336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GOING TO PICKUP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71564-AD3A-42D1-BE6A-9C7E373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681D0-9DD9-4CFD-B32B-9C5EEF5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07217-5BB7-45DF-A88B-0EB871F4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B799E-14BA-481A-8C39-1C7528C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DELIVERING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3D6A9-A7F4-4E0B-BBBA-D90DD001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A6336-C36C-40AB-BC88-E6A89F6A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RECEIVER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A4E89-8B5E-42D5-9778-12CD81CE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84615-44F5-4CC9-BF43-4769294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910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740C9-49A7-4F75-8E37-54033C0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EXCEPTION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D8285-B194-49BE-A044-BCB218F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15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FAILED records navigation problems.  CANCELLED records an operator decision.</a:t>
            </a:r>
          </a:p>
        </p:txBody>
      </p:sp>
    </p:spTree>
    <p:extLst>
      <p:ext uri="{BB962C8B-B14F-4D97-AF65-F5344CB8AC3E}">
        <p14:creationId xmlns:p14="http://schemas.microsoft.com/office/powerpoint/2010/main" val="1413784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EEDBB-5E19-4FC8-A35D-4A207DA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8C880-03E5-4342-8A56-C555623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2176A-DB3B-466B-92ED-83A464B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แนวทางการทดสอบและหลักฐาน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F8BC5-7F51-4CC8-8240-4CE059AF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1048F-1A54-4F63-BB02-884B6DC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แยกผลของเว็บ ผลของหุ่นยนต์ และผลของระบบร่วมกันออกจากกัน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82742-D8E8-444D-B294-D89B1DE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259F3-0C7B-4FBC-9217-8FF0C705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9144-A814-4C83-8164-545FDF7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ตรวจสิทธิ์ผู้ใช้ การสร้างภารกิจ คิว สถานะ และประวัติ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E03ED-F708-4700-A1EF-8EA06FF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หลักฐานจากภาพหน้าจอและ Event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153EF-1949-4D76-B83E-8ADFE355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330B9-0A91-4F6D-8654-11A3A1D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CB6A4-EAF0-4857-B339-AA3232AF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1EAA7-B711-40BC-AE1D-51BFC33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 SLAM การเลือกแผนที่ Localization และการตอบสนองต่อเป้าหมาย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A1EA3-D05B-4412-9213-59CADAA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หลักฐานจากหน้าจอ ROS 2 เว็บ และวิดีโอ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F04D1-BBD1-4E8E-B947-B69E9C01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E9319-76E2-4F6F-AF1B-30E5CA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7E288-E7CE-4D23-A2C9-70F3D7F7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78BA6-A0A4-4B63-9F0B-BA2D141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ตรวจการส่งงานจากเว็บไป Robot Agent และการส่งสถานะกลับ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EE8D2-DD57-4CDA-B63F-A9923EF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7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 TASK-288 และเวลาของแต่ละเหตุการณ์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BF092-D20E-4975-A16F-37ECEC4B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9185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CD396-BA79-4B42-BE34-C7B7B25B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3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หลักฐานยืนยันเฉพาะกรณีที่บันทึกไว้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1481428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F7C9-3CD1-4C8E-B020-95B1659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5313E-F895-4A9F-A782-A6908657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DFAC-F201-4EBF-BC88-60D862A6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RT-01: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23460-534B-47AB-900A-47A5D5D9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B5D43-8D79-44E6-8187-B08573C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ภาพจากการสร้าง Map-Test-01 และการกำหนด Initial Pose บนหุ่นยนต์จริง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DB494-1F35-45E7-BA84-FD3106AA5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00de32ed34e73"/>
          <a:srcRect xmlns:a="http://schemas.openxmlformats.org/drawingml/2006/main" l="9357" t="0" r="9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76400"/>
            <a:ext cx="5334000" cy="3467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99EFC-5758-454E-8B8D-91108F700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8e0aca7994bb5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76400"/>
            <a:ext cx="5334000" cy="3467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63F56-C2A3-4BF0-8838-86C6AD7C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B2AB-445B-4950-948B-C5F80D9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ควบคุมฐานจากเว็บและรับ occupancy map จาก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25E23-6C1D-4723-B470-57ED13C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D0A73-0DBB-4389-8E5C-94E463ED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เลือกแผนที่ กำหนด Initial Pose และตรวจสถานะ AMCL</a:t>
            </a:r>
          </a:p>
        </p:txBody>
      </p:sp>
    </p:spTree>
    <p:extLst>
      <p:ext uri="{BB962C8B-B14F-4D97-AF65-F5344CB8AC3E}">
        <p14:creationId xmlns:p14="http://schemas.microsoft.com/office/powerpoint/2010/main" val="20027320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D973A-CA2D-4CD3-932A-D33578F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INTEGRATED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375E9-6E7F-4D6A-9199-3C06C39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CD8A3-D1E5-4488-8355-6561673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TASK-288: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5345-8382-4EDD-B2E2-F59579D1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E5FDC-1F48-49EF-9925-CBB2CD8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ตัวอย่างหนึ่งภารกิจที่บันทึกลำดับเหตุการณ์ครบตั้งแต่รับงานจนเสร็จสิ้น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03A4D-AAA4-424D-B12F-1445FF5DA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4544bf5a64cce"/>
          <a:srcRect xmlns:a="http://schemas.openxmlformats.org/drawingml/2006/main" l="6572" t="0" r="6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57350"/>
            <a:ext cx="607695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DB84-9B3C-45FC-A1D6-FCAFB1F6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B0F86-E674-493B-AF1B-BF243AB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474E-A858-41D6-9B96-D148292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CB3CC-2C45-4816-88B9-90191C4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D348B-6D86-4361-BB6B-72AA4094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50E02-669B-45AE-9A05-47A62AF1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F60CD-6690-4B01-8C25-A019EBA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D10AE-4EED-4207-B2D2-6F05EFED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75305-EDF5-4434-9558-8D97761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6CE34-9ED7-4FFA-A9C0-E347E86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A606-E49D-4B08-AAD2-3BFA3C81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013D7-C7B2-44FC-A7B1-2587DC0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663BC-88EE-492F-8F03-9DBA35F4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DE064-F726-4A99-8B5D-3B8BE14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E09C9-681C-43A0-BA2D-259FBE7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D7BC7-B4A4-4A5C-B582-EA4F00B5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268EA-CF95-47E1-B07C-C4321DD1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86D7A-3045-4A0F-B97E-216DAB6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AAACB-B26F-431E-8D76-94DB3F1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91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75F58-B508-42F0-9B62-27A0F98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7890F-86E8-4012-AB47-98DCCDB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44958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F2019-B98C-4DEF-80B5-949B6C2A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149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644A6-7C7F-49C9-A904-3D71BBDA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1507443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7A82F-4212-4EA7-905F-36DF099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974C-C4E5-4501-8A25-5F3BD031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EFDB-8498-438F-A018-47B3E34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12.1 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B519A-1F17-4C56-9B78-D1BF3197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B65FF-AF48-4A51-9FAA-D33CDAEB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ต้นแบบเชื่อมการเคลื่อนที่อัตโนมัติกับการจัดการภารกิจผ่านเว็บได้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A865A-FC48-4934-A1E5-FF40DA4A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946D9-0B4D-4FC0-B043-105B6944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สิ่งที่พัฒนา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A2825-3C7E-4924-A717-8B3C095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591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ฐานหุ่นยนต์ใช้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จัดการระบบหุ่นยนต์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SLAM Toolbox สร้างแผนที่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AMCL ระบุตำแหน่ง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Nav2 นำทางไปยังสถานี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Next.js, FastAPI และ PostgreSQL จัดการภารกิจ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Robot Agent เชื่อมเว็บไซต์กับหุ่นยนต์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32C73-74DE-46C5-871B-144E36A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E73D7-65D9-4BE2-914A-716E220B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0534D-685E-452B-8D7D-9D895C6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910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ระบบสร้างภารกิจและส่งเป้าหมายให้หุ่นยนต์ได้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ผู้ใช้ติดตามสถานะและดูประวัติเหตุการณ์ได้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การสร้างแผนที่และ Localization ทำงานในพื้นที่ทดลอง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ต้นแบบยังไม่มีโครงสร้างบรรทุกสิ่งของจริง</a:t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การวางและรับสิ่งของยังยืนยันผ่านเว็บไซต์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0FF13-76AA-4721-AA8E-6C6B043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667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AA939-FE98-4A25-8032-AC62B20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5362"/>
                </a:solidFill>
              </a:defRPr>
            </a:defPPr>
            <a:lvl1pPr>
              <a:defRPr sz="975" b="1">
                <a:solidFill>
                  <a:srgbClr val="D95362"/>
                </a:solidFill>
              </a:defRPr>
            </a:lvl1pPr>
            <a:lvl2pPr>
              <a:defRPr sz="975" b="1">
                <a:solidFill>
                  <a:srgbClr val="D95362"/>
                </a:solidFill>
              </a:defRPr>
            </a:lvl2pPr>
            <a:lvl3pPr>
              <a:defRPr sz="975" b="1">
                <a:solidFill>
                  <a:srgbClr val="D95362"/>
                </a:solidFill>
              </a:defRPr>
            </a:lvl3pPr>
            <a:lvl4pPr>
              <a:defRPr sz="975" b="1">
                <a:solidFill>
                  <a:srgbClr val="D95362"/>
                </a:solidFill>
              </a:defRPr>
            </a:lvl4pPr>
            <a:lvl5pPr>
              <a:defRPr sz="975" b="1">
                <a:solidFill>
                  <a:srgbClr val="D95362"/>
                </a:solidFill>
              </a:defRPr>
            </a:lvl5pPr>
            <a:lvl6pPr>
              <a:defRPr sz="975" b="1">
                <a:solidFill>
                  <a:srgbClr val="D95362"/>
                </a:solidFill>
              </a:defRPr>
            </a:lvl6pPr>
            <a:lvl7pPr>
              <a:defRPr sz="975" b="1">
                <a:solidFill>
                  <a:srgbClr val="D95362"/>
                </a:solidFill>
              </a:defRPr>
            </a:lvl7pPr>
            <a:lvl8pPr>
              <a:defRPr sz="975" b="1">
                <a:solidFill>
                  <a:srgbClr val="D95362"/>
                </a:solidFill>
              </a:defRPr>
            </a:lvl8pPr>
            <a:lvl9pPr>
              <a:defRPr sz="97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5362"/>
                </a:solidFill>
              </a:defRPr>
            </a:pPr>
            <a:r>
              <a:rPr sz="975" b="1">
                <a:solidFill>
                  <a:srgbClr val="D95362"/>
                </a:solidFill>
              </a:rPr>
              <a:t>จึงยังไม่สรุปความเสถียรหรือความพร้อมใช้งานระยะยาว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2020953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FF196-DC00-4646-9ED1-95336FD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0BAEB-81F9-4883-A8FD-C2644FA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269A1-F153-4B60-9300-C330639F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571A9-180A-456F-B3C4-0379A1F4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15421-0CC2-42D6-B0CB-4509A5B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070A-9484-434E-9A86-7BCB9E3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6F725-E664-4B71-88E6-8B4046C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0E1F9-70CA-43B0-BF31-8EAAFE15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30D28-516A-412C-9913-B2D694F6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8C19B-1453-4784-86EF-7AC1AB3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19FD0-6670-46DB-AAE0-97D92394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2681D-0E53-4F26-BF16-148F953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64CB5-FA59-41D4-BCBA-996C794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4C6EA-3035-4CAC-8C0A-CC70F4E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68259-D45D-4F05-8125-61630E6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B4BA3-D7CA-439E-993D-3192137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1E54A-86AD-4FB7-B87B-AD8F5EF8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058FC-1D5C-4299-A674-A5883A99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43931-8367-40E6-9F51-BCAEAE01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46EA1-E6EC-4B74-928B-3E8180A9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CC0AB-FD1F-4631-80BC-F127ED8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AF2CC-B942-428E-81E8-481C2212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26DF6-62D5-44F6-896B-B59B8B4D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B55F2-E3EA-40B4-A4A1-25FEE934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160A3-ABA5-4DDF-B2F5-5968AE4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7B95A-C36E-4FBE-8B8F-1F4D2571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1641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2026-10-20T21:25:41.3060000Z</dcterms:created>
  <dcterms:modified xsi:type="dcterms:W3CDTF">2026-10-20T21:25:41.3060000Z</dcterms:modified>
</coreProperties>
</file>