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59c6859114b00" /><Relationship Type="http://schemas.openxmlformats.org/officeDocument/2006/relationships/extended-properties" Target="/docProps/app.xml" Id="Rf061f22d056e4993" /><Relationship Type="http://schemas.openxmlformats.org/officeDocument/2006/relationships/officeDocument" Target="/ppt/presentation.xml" Id="R2eddca2dcb37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07dd6707b4f13"/>
  </p:sldMasterIdLst>
  <p:notesMasterIdLst>
    <p:notesMasterId xmlns:r="http://schemas.openxmlformats.org/officeDocument/2006/relationships" r:id="Rc5f4dcf31c834cd0"/>
  </p:notesMasterIdLst>
  <p:sldIdLst>
    <p:sldId xmlns:r="http://schemas.openxmlformats.org/officeDocument/2006/relationships" id="256" r:id="R0b560d5e3cd34fe6"/>
    <p:sldId xmlns:r="http://schemas.openxmlformats.org/officeDocument/2006/relationships" id="257" r:id="R0499b43d5be44e66"/>
    <p:sldId xmlns:r="http://schemas.openxmlformats.org/officeDocument/2006/relationships" id="258" r:id="R536090debc174a51"/>
    <p:sldId xmlns:r="http://schemas.openxmlformats.org/officeDocument/2006/relationships" id="259" r:id="Reda0b7d648d14430"/>
    <p:sldId xmlns:r="http://schemas.openxmlformats.org/officeDocument/2006/relationships" id="260" r:id="R1ff0ef9d8e024d4b"/>
    <p:sldId xmlns:r="http://schemas.openxmlformats.org/officeDocument/2006/relationships" id="261" r:id="Re27d4c44d2d844c4"/>
    <p:sldId xmlns:r="http://schemas.openxmlformats.org/officeDocument/2006/relationships" id="262" r:id="R2b98a19290ef4c4a"/>
    <p:sldId xmlns:r="http://schemas.openxmlformats.org/officeDocument/2006/relationships" id="263" r:id="R068f3c0d68284a37"/>
    <p:sldId xmlns:r="http://schemas.openxmlformats.org/officeDocument/2006/relationships" id="264" r:id="R7974bead5b49423e"/>
    <p:sldId xmlns:r="http://schemas.openxmlformats.org/officeDocument/2006/relationships" id="265" r:id="Rd9ad45e7b9d14b91"/>
    <p:sldId xmlns:r="http://schemas.openxmlformats.org/officeDocument/2006/relationships" id="266" r:id="R748421727da44fd5"/>
    <p:sldId xmlns:r="http://schemas.openxmlformats.org/officeDocument/2006/relationships" id="267" r:id="R99f96569eb5242a1"/>
    <p:sldId xmlns:r="http://schemas.openxmlformats.org/officeDocument/2006/relationships" id="268" r:id="R1c326f652b404843"/>
    <p:sldId xmlns:r="http://schemas.openxmlformats.org/officeDocument/2006/relationships" id="269" r:id="R826e99d8450d4fcc"/>
    <p:sldId xmlns:r="http://schemas.openxmlformats.org/officeDocument/2006/relationships" id="270" r:id="Ra923fc68b1074ced"/>
    <p:sldId xmlns:r="http://schemas.openxmlformats.org/officeDocument/2006/relationships" id="271" r:id="R235fe26c1e204b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07cf05fd1484a" /><Relationship Type="http://schemas.openxmlformats.org/officeDocument/2006/relationships/slideMaster" Target="/ppt/slideMasters/slideMaster1.xml" Id="R40407dd6707b4f13" /><Relationship Type="http://schemas.openxmlformats.org/officeDocument/2006/relationships/notesMaster" Target="/ppt/notesMasters/notesMaster1.xml" Id="Rc5f4dcf31c834cd0" /><Relationship Type="http://schemas.openxmlformats.org/officeDocument/2006/relationships/presProps" Target="/ppt/presProps.xml" Id="R1c99f31960cb4cb0" /><Relationship Type="http://schemas.openxmlformats.org/officeDocument/2006/relationships/tableStyles" Target="/ppt/tableStyles.xml" Id="R2608bd2f3ab74954" /><Relationship Type="http://schemas.openxmlformats.org/officeDocument/2006/relationships/slide" Target="/ppt/slides/slide1.xml" Id="R0b560d5e3cd34fe6" /><Relationship Type="http://schemas.openxmlformats.org/officeDocument/2006/relationships/slide" Target="/ppt/slides/slide2.xml" Id="R0499b43d5be44e66" /><Relationship Type="http://schemas.openxmlformats.org/officeDocument/2006/relationships/slide" Target="/ppt/slides/slide3.xml" Id="R536090debc174a51" /><Relationship Type="http://schemas.openxmlformats.org/officeDocument/2006/relationships/slide" Target="/ppt/slides/slide4.xml" Id="Reda0b7d648d14430" /><Relationship Type="http://schemas.openxmlformats.org/officeDocument/2006/relationships/slide" Target="/ppt/slides/slide5.xml" Id="R1ff0ef9d8e024d4b" /><Relationship Type="http://schemas.openxmlformats.org/officeDocument/2006/relationships/slide" Target="/ppt/slides/slide6.xml" Id="Re27d4c44d2d844c4" /><Relationship Type="http://schemas.openxmlformats.org/officeDocument/2006/relationships/slide" Target="/ppt/slides/slide7.xml" Id="R2b98a19290ef4c4a" /><Relationship Type="http://schemas.openxmlformats.org/officeDocument/2006/relationships/slide" Target="/ppt/slides/slide8.xml" Id="R068f3c0d68284a37" /><Relationship Type="http://schemas.openxmlformats.org/officeDocument/2006/relationships/slide" Target="/ppt/slides/slide9.xml" Id="R7974bead5b49423e" /><Relationship Type="http://schemas.openxmlformats.org/officeDocument/2006/relationships/slide" Target="/ppt/slides/slide10.xml" Id="Rd9ad45e7b9d14b91" /><Relationship Type="http://schemas.openxmlformats.org/officeDocument/2006/relationships/slide" Target="/ppt/slides/slide11.xml" Id="R748421727da44fd5" /><Relationship Type="http://schemas.openxmlformats.org/officeDocument/2006/relationships/slide" Target="/ppt/slides/slide12.xml" Id="R99f96569eb5242a1" /><Relationship Type="http://schemas.openxmlformats.org/officeDocument/2006/relationships/slide" Target="/ppt/slides/slide13.xml" Id="R1c326f652b404843" /><Relationship Type="http://schemas.openxmlformats.org/officeDocument/2006/relationships/slide" Target="/ppt/slides/slide14.xml" Id="R826e99d8450d4fcc" /><Relationship Type="http://schemas.openxmlformats.org/officeDocument/2006/relationships/slide" Target="/ppt/slides/slide15.xml" Id="Ra923fc68b1074ced" /><Relationship Type="http://schemas.openxmlformats.org/officeDocument/2006/relationships/slide" Target="/ppt/slides/slide16.xml" Id="R235fe26c1e20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8718f50504f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1ead2b5784441" /><Relationship Type="http://schemas.openxmlformats.org/officeDocument/2006/relationships/notesMaster" Target="/ppt/notesMasters/notesMaster1.xml" Id="R7d198e75e3f84f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590fe71034a36" /><Relationship Type="http://schemas.openxmlformats.org/officeDocument/2006/relationships/notesMaster" Target="/ppt/notesMasters/notesMaster1.xml" Id="R71931700ceaf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dcb717fd484a62" /><Relationship Type="http://schemas.openxmlformats.org/officeDocument/2006/relationships/notesMaster" Target="/ppt/notesMasters/notesMaster1.xml" Id="Raeea2d28f9c246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ba540ef652477f" /><Relationship Type="http://schemas.openxmlformats.org/officeDocument/2006/relationships/notesMaster" Target="/ppt/notesMasters/notesMaster1.xml" Id="Rd1441e9c4a59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833613c20a46bb" /><Relationship Type="http://schemas.openxmlformats.org/officeDocument/2006/relationships/notesMaster" Target="/ppt/notesMasters/notesMaster1.xml" Id="R90567d994758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4bc0e5df64a88" /><Relationship Type="http://schemas.openxmlformats.org/officeDocument/2006/relationships/notesMaster" Target="/ppt/notesMasters/notesMaster1.xml" Id="R4211673d61c746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576b3b25cd401e" /><Relationship Type="http://schemas.openxmlformats.org/officeDocument/2006/relationships/notesMaster" Target="/ppt/notesMasters/notesMaster1.xml" Id="R0ad68705c871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1cda7525ac4a4a" /><Relationship Type="http://schemas.openxmlformats.org/officeDocument/2006/relationships/notesMaster" Target="/ppt/notesMasters/notesMaster1.xml" Id="R9178d864c7f94c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c255f6f264402c" /><Relationship Type="http://schemas.openxmlformats.org/officeDocument/2006/relationships/notesMaster" Target="/ppt/notesMasters/notesMaster1.xml" Id="R1afce116a09d4f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37935f9f64442e" /><Relationship Type="http://schemas.openxmlformats.org/officeDocument/2006/relationships/notesMaster" Target="/ppt/notesMasters/notesMaster1.xml" Id="Reb1a74b7bf9a4a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40747a819f4004" /><Relationship Type="http://schemas.openxmlformats.org/officeDocument/2006/relationships/notesMaster" Target="/ppt/notesMasters/notesMaster1.xml" Id="R9bbfdab11eff49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133b2bea684f91" /><Relationship Type="http://schemas.openxmlformats.org/officeDocument/2006/relationships/notesMaster" Target="/ppt/notesMasters/notesMaster1.xml" Id="R3402ac20eaf943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17022d4e4c44bc" /><Relationship Type="http://schemas.openxmlformats.org/officeDocument/2006/relationships/notesMaster" Target="/ppt/notesMasters/notesMaster1.xml" Id="Rce50ed2bc8c04d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e4acde640f46bd" /><Relationship Type="http://schemas.openxmlformats.org/officeDocument/2006/relationships/notesMaster" Target="/ppt/notesMasters/notesMaster1.xml" Id="Ra595f904ccb842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7a16dbb18c4773" /><Relationship Type="http://schemas.openxmlformats.org/officeDocument/2006/relationships/notesMaster" Target="/ppt/notesMasters/notesMaster1.xml" Id="R3e3729f6bc9b4e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391acc0a444049" /><Relationship Type="http://schemas.openxmlformats.org/officeDocument/2006/relationships/notesMaster" Target="/ppt/notesMasters/notesMaster1.xml" Id="R71b1b77e4e06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ad706d69547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5ac1dc4f243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2341d351242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30dd2df3342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60d7f4de148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3013c67f746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238CE7-47AF-40FD-92F8-B8FDB28A7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78A1A5-830C-496F-8043-D43FE08C80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92F2D-9D05-4EF9-907B-33F4BB8B6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8FC2CE-3AAB-48A2-920E-94421F3B6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F28FEF-6E7C-4636-A75C-377019CC3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64ED72-3302-432D-B8EF-928D3F914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C8D329-A63B-4C81-989B-91DA32907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D599B9-1F8F-4F23-8895-0F85E6AB5E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9C1941-B7BB-479C-A92A-70A269047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D1AC11-32A8-4E95-87E0-D830398E7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e4ae1f9dd4793" /><Relationship Type="http://schemas.openxmlformats.org/officeDocument/2006/relationships/slideLayout" Target="/ppt/slideLayouts/slideLayout1.xml" Id="R65a455831df44529" /><Relationship Type="http://schemas.openxmlformats.org/officeDocument/2006/relationships/slideLayout" Target="/ppt/slideLayouts/slideLayout2.xml" Id="Ra1caabc7522645ff" /><Relationship Type="http://schemas.openxmlformats.org/officeDocument/2006/relationships/slideLayout" Target="/ppt/slideLayouts/slideLayout3.xml" Id="Rae276b5ddc2548ac" /><Relationship Type="http://schemas.openxmlformats.org/officeDocument/2006/relationships/slideLayout" Target="/ppt/slideLayouts/slideLayout4.xml" Id="R919a69b87a814151" /><Relationship Type="http://schemas.openxmlformats.org/officeDocument/2006/relationships/slideLayout" Target="/ppt/slideLayouts/slideLayout5.xml" Id="R7ebf28695152438c" /><Relationship Type="http://schemas.openxmlformats.org/officeDocument/2006/relationships/slideLayout" Target="/ppt/slideLayouts/slideLayout6.xml" Id="Rd39e5422311d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455831df44529"/>
    <p:sldLayoutId xmlns:r="http://schemas.openxmlformats.org/officeDocument/2006/relationships" id="2147483650" r:id="Ra1caabc7522645ff"/>
    <p:sldLayoutId xmlns:r="http://schemas.openxmlformats.org/officeDocument/2006/relationships" id="2147483651" r:id="Rae276b5ddc2548ac"/>
    <p:sldLayoutId xmlns:r="http://schemas.openxmlformats.org/officeDocument/2006/relationships" id="2147483652" r:id="R919a69b87a814151"/>
    <p:sldLayoutId xmlns:r="http://schemas.openxmlformats.org/officeDocument/2006/relationships" id="2147483653" r:id="R7ebf28695152438c"/>
    <p:sldLayoutId xmlns:r="http://schemas.openxmlformats.org/officeDocument/2006/relationships" id="2147483654" r:id="Rd39e5422311d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c12d693354f4d" /><Relationship Type="http://schemas.openxmlformats.org/officeDocument/2006/relationships/notesSlide" Target="/ppt/notesSlides/notesSlide1.xml" Id="R4533ce48b016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de6d0dc8b4f52" /><Relationship Type="http://schemas.openxmlformats.org/officeDocument/2006/relationships/notesSlide" Target="/ppt/notesSlides/notesSlide2.xml" Id="R407e1cc01f7b49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62b35fb0d4183" /><Relationship Type="http://schemas.openxmlformats.org/officeDocument/2006/relationships/notesSlide" Target="/ppt/notesSlides/notesSlide3.xml" Id="Ra9619f41a10c42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f042e216c4463" /><Relationship Type="http://schemas.openxmlformats.org/officeDocument/2006/relationships/notesSlide" Target="/ppt/notesSlides/notesSlide4.xml" Id="R133109871709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06fe104724c09" /><Relationship Type="http://schemas.openxmlformats.org/officeDocument/2006/relationships/notesSlide" Target="/ppt/notesSlides/notesSlide5.xml" Id="R2fddd746957a45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f41aed2344c73" /><Relationship Type="http://schemas.openxmlformats.org/officeDocument/2006/relationships/image" Target="/ppt/media/image.png" Id="R2791583f5c7348d0" /><Relationship Type="http://schemas.openxmlformats.org/officeDocument/2006/relationships/notesSlide" Target="/ppt/notesSlides/notesSlide6.xml" Id="R3297691960984a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bd22b351c45d0" /><Relationship Type="http://schemas.openxmlformats.org/officeDocument/2006/relationships/image" Target="/ppt/media/image2.png" Id="R38e190f728714681" /><Relationship Type="http://schemas.openxmlformats.org/officeDocument/2006/relationships/notesSlide" Target="/ppt/notesSlides/notesSlide7.xml" Id="Re6b6ff0173cf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e88f01c2b4232" /><Relationship Type="http://schemas.openxmlformats.org/officeDocument/2006/relationships/image" Target="/ppt/media/image3.png" Id="R3ee148ded6734305" /><Relationship Type="http://schemas.openxmlformats.org/officeDocument/2006/relationships/notesSlide" Target="/ppt/notesSlides/notesSlide8.xml" Id="R6006d9db6c004d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6dc8e545541af" /><Relationship Type="http://schemas.openxmlformats.org/officeDocument/2006/relationships/image" Target="/ppt/media/image4.png" Id="R3e8f5ea1fad84a04" /><Relationship Type="http://schemas.openxmlformats.org/officeDocument/2006/relationships/notesSlide" Target="/ppt/notesSlides/notesSlide9.xml" Id="R974cea280e0244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5cba5c97643aa" /><Relationship Type="http://schemas.openxmlformats.org/officeDocument/2006/relationships/notesSlide" Target="/ppt/notesSlides/notesSlide10.xml" Id="Ra1ba0fc8111f40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a6a6558154a03" /><Relationship Type="http://schemas.openxmlformats.org/officeDocument/2006/relationships/image" Target="/ppt/media/image5.png" Id="R09305ed2e2d646c8" /><Relationship Type="http://schemas.openxmlformats.org/officeDocument/2006/relationships/notesSlide" Target="/ppt/notesSlides/notesSlide11.xml" Id="R5b6978f0a1a641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9c4e6f8864684" /><Relationship Type="http://schemas.openxmlformats.org/officeDocument/2006/relationships/notesSlide" Target="/ppt/notesSlides/notesSlide12.xml" Id="R4cc487d3d0e843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04159a64d4dec" /><Relationship Type="http://schemas.openxmlformats.org/officeDocument/2006/relationships/image" Target="/ppt/media/image6.png" Id="R7d9f8b4bfe044e5e" /><Relationship Type="http://schemas.openxmlformats.org/officeDocument/2006/relationships/image" Target="/ppt/media/image7.png" Id="Rb0d96b9809ce4983" /><Relationship Type="http://schemas.openxmlformats.org/officeDocument/2006/relationships/notesSlide" Target="/ppt/notesSlides/notesSlide13.xml" Id="R0cb53e57348643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12174bf484dc6" /><Relationship Type="http://schemas.openxmlformats.org/officeDocument/2006/relationships/image" Target="/ppt/media/image8.png" Id="R5558a3048ead482c" /><Relationship Type="http://schemas.openxmlformats.org/officeDocument/2006/relationships/notesSlide" Target="/ppt/notesSlides/notesSlide14.xml" Id="R5d57dd6097ab4e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8a4e079bb4359" /><Relationship Type="http://schemas.openxmlformats.org/officeDocument/2006/relationships/notesSlide" Target="/ppt/notesSlides/notesSlide15.xml" Id="R24086a725c1040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669fedcf34120" /><Relationship Type="http://schemas.openxmlformats.org/officeDocument/2006/relationships/notesSlide" Target="/ppt/notesSlides/notesSlide16.xml" Id="R54a24bcd0f1d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62808-EC93-4E39-864C-8B93497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D5BB3-B9E1-4511-A9A2-AF120BB2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92CD4-3EA5-4A40-A455-D4DE1EB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CF3A8-2F48-43DE-9EF2-3CFE7AC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82BE0-DC74-4745-91DF-F7BE207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AAB94-A154-4369-965C-6D60F6D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C1D0F-DB0B-47DA-AD66-7200244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201BE-1587-432E-A180-E802A59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292D8-986D-4FD0-93AD-70E9CB5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0A119-6357-40B8-8620-6784810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9BAC-C90E-40D8-AFE0-FD8DB132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A3DBE-E35F-4A27-8306-79AAC0F8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6203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26633-93C0-43D4-9BFD-8D636B4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1FB95-32AF-4D47-BFA4-43A6F12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DF7AD-60AB-40A6-A143-F7585C7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AA8D5-E18F-4C20-A1C6-21A38E7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056FC-6C7E-4DD0-965D-F3688143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D46BF-112A-46E3-A810-0D8E92F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1E05D-2921-4100-BF16-4A4624D1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53C9-29A1-4799-8EDC-D630B5E5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EAAD7-AD7A-4CDF-83AD-0984AB56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B9A85-DEAC-44D6-B6B0-100A6CC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4A77D-5364-40F7-9086-326EFEC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539BB-09E5-4BE1-BED8-888843B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36E54-350B-40F1-9AA2-03F9254D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4D99C-D5BD-4F99-83DD-42488173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6BAB2-D780-4FD0-AF24-CD96C8C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9E886-D695-40FE-AC56-C62060DC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880838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679AF-786A-4A54-92A3-99DA1FAB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29D4-5BEB-4F5E-B1EB-34185AB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53A1E-A5DB-41D4-9537-63486D10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5664E-E90C-414C-A57B-D11DB17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A0D34-126B-4562-9842-162F221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66D71-A8E7-4B59-8206-0137391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0BA9-9373-4709-8398-D4F973C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4347D-7553-4B2D-A53F-3166E27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492B0-6494-4661-B712-AC38817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8CE96-7BA6-4B63-8132-0329CF0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05CDA-4862-4479-A92C-1C2831ED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44F72-5421-41E3-80E1-071915AB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2B1C2-2753-4665-AD9C-E1621B54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6303A-FA54-447F-86BB-147B609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B710F-06D9-40CD-8408-81853E44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14C14-50CA-47CB-9363-F73847C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57A64-BD10-4E3A-915C-63D0E7E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D161C-6250-4429-ABB6-8238368C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E46EA-33C9-4DB5-94CC-858B27F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F2754-A46A-4A58-8D26-590AD8A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98B7F-E2A0-4D73-91FC-AE6F1CE9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10719-F1D5-41E5-9DB4-AAA0F52B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7053A-78A4-41A3-949D-FE76C1D2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6CBAB-789A-436C-8B6E-481B29B6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4A0E4-899E-4441-B6D7-D192322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566D7-C6D1-423F-BBFF-E57BFFE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052552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579E7-4B68-4B7A-A604-4ACB3CBF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F1623-8891-40E5-9B56-6D79F713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245D4-9FC7-4BEC-87C5-6A0D876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B31B4-25AE-4365-A690-3A4E7F5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E6AD-4EDF-4CE7-885F-A6B4F52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DF86-A379-4DB1-94F0-11A47A61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789CD-BDF9-4F39-9B56-ED911711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23C86-39E8-4B08-88F1-1908C0B1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35590-678A-464B-83A6-17545789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152B6-3932-4F4C-847C-C9FF59D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99030-7F79-4A4D-8485-54127F6B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AEB6F-39C8-49B0-9EFA-BF58A01E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AB443-438B-4E3A-A0F7-E0D2A79B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2B0E-3F13-48E7-BA7F-24A1027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1AC41-51C5-479D-A281-861DF3B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B320E-61D7-416B-BDC3-F0A2C53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F5AC9-D13A-4564-B57D-AF1AF8C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00C58-6605-4A3A-8A7C-BD2BD5F1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95AC3-B8DF-4929-BC3C-73CE1E8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3599C-E526-4A49-BA02-E11788C4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C7CA4-AAEC-4DCA-8EB3-73AA9792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4195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F5EF8-1411-41D4-B447-CBD1E9BA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39A43-4B36-4338-A53E-50A546E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83FF4-7A0B-43A5-A286-BC2BC729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A567B-8126-49B4-AC87-BAE3FCBD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3B372-7D81-4312-93A5-ED8B2B1F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004B7-E6CC-4ED9-A626-10C9B3B4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9E3B5-B2AC-482E-91DB-E820EECD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0E523-BDC0-44E0-B9F5-DFF019B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C803E-A103-4DCF-8E30-9641ABE2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ABE1B-A1E6-43BC-9C10-12C3E91C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0294C-A4B3-4BD6-AD65-C796EF60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4EE40-2497-4A2A-853E-4D73082D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6289F-171A-4D42-BEBF-6FDAC065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1263F-BD5C-4911-B5EE-3FA8FF8A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FD3BC-00BF-41E5-B944-853D32F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3DE8A-B0F0-4A3F-B50D-3486949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682A5-46CA-4569-92C6-5526B6AC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031D5-35DA-41EE-BFA1-F748D49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E487B-AE4F-422C-9CBF-ACEBBEDA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E1AB9-AB20-4570-AF41-60CF3EE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66051-64DE-4412-9F2C-A747873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2F46A-E159-4908-AC71-699A689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5F9E8-8F30-4A29-B00A-01B8B39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E5AF0-5815-4FCC-920C-40F3CEE1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7AC39-4ACD-45F7-B5B2-1813BFC3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EF69D-23FB-481E-84ED-981203D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E9340-5A74-4B24-B48C-AE51B7B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72E3DB-B9B9-4D6E-89B1-627DFA0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6297F-BE93-4841-913E-CABD2E9F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633501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7BD2A-05B0-482A-A24A-8FF2E39F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D71EA-7D31-47A2-AEC3-C7AB5B2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C9101-D91F-4CB0-BA61-74E99E16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EE934-FC7C-4FEF-BD17-4AAAAB7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DB90C-96B8-4151-B460-7F4555D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EB01F-3AB2-40E5-AD51-9A05CF1DD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1583f5c7348d0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353C6-D8B5-4AC6-9C63-53155A99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2034423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C4954-5AE9-470B-9054-653EC27B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231F9-DA80-4BAD-96F0-C4807FB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1967D-4486-4736-AE6C-3BB17D34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E85AE-28AF-40B8-AA4F-460F8E1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5177-4E9E-4F77-A82C-1F84044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CE285-8BF7-4C73-B7CA-99C2B171D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190f728714681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AE33A-41A1-415B-BB48-038C79E5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7D6DF-21AD-4BB3-8DAD-76325CF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BA54C-02F8-465A-BDE2-FF57FD4F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BEFB4-95BE-4304-8EA8-787C838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2E92C-22B4-40F2-81F8-6847695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FC9A6-30BF-4F91-90D0-2814738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EA71A-DA34-4254-B725-2AB45080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D8D7F-04FA-4ED3-BF86-D7DE5A2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4623D-A1DC-412D-BAF8-142AF124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0D209-C09E-4D08-8716-C633589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41FE9-6682-4F7D-A820-5201CE7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96477-139E-450D-A25A-9E8E33A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5619-DCB3-4BAA-9133-C9F5EED7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2130179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76B6A-16FD-45F8-BC66-1A8314E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7C17F-88CD-4CC5-88F4-5EA3E27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A14D-9D62-489F-80A9-563BA10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4BB5E-69D9-44D6-90E6-FF30D1FF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47010-2AF2-477C-A845-D513B20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25812-FDB3-44EE-92C9-6008CC5D4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148ded6734305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0D3A3-E924-4885-95D0-DDF63CD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7236F-E9A2-46D0-BBE6-472A8F9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C7035-A83B-478A-A714-B775EC5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90293-3805-4372-93CB-8650B2E3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5F339-5BC4-499F-B775-7DB5B08D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BE20E-E51C-41D1-8314-C16E2EB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AA9E1-27FF-427B-9A15-6160783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B95AB-68A5-4277-AFFB-F66CFBC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052E4-90C3-48BD-BFD6-6F9370D2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374C3-35DA-431D-8807-62A82FA8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DE32F-E499-475E-B073-861471B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1075304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5DB70-BE5F-4099-8C28-24779A5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8BDEC-D628-44D0-8738-09DD1E7F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48028-19B6-4AE9-9C14-C3C221EF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D8D1C-0DF2-4752-91B8-2DC1746F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627AB-66C5-4B77-AC8A-2FDF88B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B6417-0449-449F-B9FC-062AB4CEBA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f5ea1fad84a04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81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7E9E6C-6D92-47A4-A1E0-81E5A5A9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14137-B83D-428C-8516-E7A6688A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A592-9FB8-4C86-9AEE-518AC152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8306-7736-4019-9B81-90C6A887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7720F-6CB7-4601-B832-382CF70F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คำสั่งส่งไปยังหุ่นยนต์ และสถานะส่งกลับมาที่หน้าเว็บ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A0F08-557C-43E5-BF0B-A88A1492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94310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7B99B-62FD-4136-9697-D434A80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9EDC7-D823-42AD-90C1-A631909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6B63F-7EC3-4E2E-B973-30650D9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เลือกสถานีและยืนยันการรับส่ง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B60C7-E99D-4027-974B-E5B3DD4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94310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F074E-7CAE-4010-95A7-935B941C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AEB6F-A9F2-42EE-8748-29A8521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8EA14-9B2D-43F5-AABE-6AFCDBCF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บันทึกภารกิจและจัดการคิว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E525C-F9F9-4D0E-8E6E-91295601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94310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0077F-D689-433F-887A-E52B504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B3B96-280E-4E97-8E37-A2458A7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3FC5F-1A3D-4F65-872A-0144010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528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แปลงภารกิจเป็นคำสั่ง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9DE1D-3854-47E4-9095-6973406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94310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9B927-1F3B-4BA4-9EF3-81DAA81D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7D53B-4DFB-4845-B80F-0951D77F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C31AB-30A1-484C-877B-5D12522E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วางแผนเส้นทางและควบคุมการนำทาง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B250C-A96E-4DF5-AC34-425B954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943100" cy="16002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17695-B649-44FE-993C-D6285646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42DA0-8CC3-4DC7-97E4-2589FEA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33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3B82"/>
                </a:solidFill>
              </a:defRPr>
            </a:defPPr>
            <a:lvl1pPr>
              <a:defRPr sz="1275" b="1">
                <a:solidFill>
                  <a:srgbClr val="0A3B82"/>
                </a:solidFill>
              </a:defRPr>
            </a:lvl1pPr>
            <a:lvl2pPr>
              <a:defRPr sz="1275" b="1">
                <a:solidFill>
                  <a:srgbClr val="0A3B82"/>
                </a:solidFill>
              </a:defRPr>
            </a:lvl2pPr>
            <a:lvl3pPr>
              <a:defRPr sz="1275" b="1">
                <a:solidFill>
                  <a:srgbClr val="0A3B82"/>
                </a:solidFill>
              </a:defRPr>
            </a:lvl3pPr>
            <a:lvl4pPr>
              <a:defRPr sz="1275" b="1">
                <a:solidFill>
                  <a:srgbClr val="0A3B82"/>
                </a:solidFill>
              </a:defRPr>
            </a:lvl4pPr>
            <a:lvl5pPr>
              <a:defRPr sz="1275" b="1">
                <a:solidFill>
                  <a:srgbClr val="0A3B82"/>
                </a:solidFill>
              </a:defRPr>
            </a:lvl5pPr>
            <a:lvl6pPr>
              <a:defRPr sz="1275" b="1">
                <a:solidFill>
                  <a:srgbClr val="0A3B82"/>
                </a:solidFill>
              </a:defRPr>
            </a:lvl6pPr>
            <a:lvl7pPr>
              <a:defRPr sz="1275" b="1">
                <a:solidFill>
                  <a:srgbClr val="0A3B82"/>
                </a:solidFill>
              </a:defRPr>
            </a:lvl7pPr>
            <a:lvl8pPr>
              <a:defRPr sz="1275" b="1">
                <a:solidFill>
                  <a:srgbClr val="0A3B82"/>
                </a:solidFill>
              </a:defRPr>
            </a:lvl8pPr>
            <a:lvl9pPr>
              <a:defRPr sz="12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3B82"/>
                </a:solidFill>
              </a:defRPr>
            </a:pPr>
            <a:r>
              <a:rPr sz="1275" b="1">
                <a:solidFill>
                  <a:srgbClr val="0A3B82"/>
                </a:solidFill>
              </a:rPr>
              <a:t>BASE + ESP32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7F145-5763-4930-B7E8-97AE5DE5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528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31242-2300-4C89-A0D4-6886294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COMMAND TO ROBOT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D2457-078F-470D-A927-089D07A3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43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Create mission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A79CD-D8E5-4E65-93C2-6A531506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5BD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C63BC-69CB-47FA-A924-5690AD0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15D48-8408-4D93-BE07-BBC543C8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Assign task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BD595-DE16-4058-B3F3-426DB9E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5BD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26003-7365-4519-B50A-016ACBEF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7B709C-518D-4691-B242-7B5FEA5A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NavigateToPose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D30591-F0EF-4DDF-9902-539BBD1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669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5BD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703BB-7151-4DF1-B15C-0A2BFDC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A1C96-4BB1-4E28-9D47-8A6A3B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cmd_vel / UART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18DE0D-B01F-4A20-BF2D-81D8D85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5BD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EDCDA-44A5-4D48-BFB6-27E5AA1A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200E75-B6B2-49CF-945E-EDD529B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STATUS TO USER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F363E6-399D-439E-A1E9-74EC9C08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14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UI update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D79894-20AE-4FD6-8BCB-69D0D51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244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78B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D9D50-EBC3-42F0-AF29-858EE8D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910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48E512-DE27-4C7C-AC16-0398590C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DAC0EE-9814-4240-8F4B-D00E4EFF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244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78B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B702CC-7340-40C4-85DF-99C71A8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728658-4054-4163-A33D-F861486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Navigation result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FA2758-2EDA-4754-93CF-0702D9F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244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78B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CF2059-D0B9-476A-8730-F174F36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28C1E5-DA40-4C65-87C3-C2060B1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149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Encoder / Odometry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C632DB-EC01-4C4B-8892-E48D33C4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78B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30049F-9B74-4D71-808B-CA037F3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3014FC-659C-478A-9233-0F64207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1239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3FFCF5-D7B1-4A8E-B6BD-E5F7AA9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A3B82"/>
                </a:solidFill>
              </a:defRPr>
            </a:defPPr>
            <a:lvl1pPr>
              <a:defRPr sz="1125" b="1">
                <a:solidFill>
                  <a:srgbClr val="0A3B82"/>
                </a:solidFill>
              </a:defRPr>
            </a:lvl1pPr>
            <a:lvl2pPr>
              <a:defRPr sz="1125" b="1">
                <a:solidFill>
                  <a:srgbClr val="0A3B82"/>
                </a:solidFill>
              </a:defRPr>
            </a:lvl2pPr>
            <a:lvl3pPr>
              <a:defRPr sz="1125" b="1">
                <a:solidFill>
                  <a:srgbClr val="0A3B82"/>
                </a:solidFill>
              </a:defRPr>
            </a:lvl3pPr>
            <a:lvl4pPr>
              <a:defRPr sz="1125" b="1">
                <a:solidFill>
                  <a:srgbClr val="0A3B82"/>
                </a:solidFill>
              </a:defRPr>
            </a:lvl4pPr>
            <a:lvl5pPr>
              <a:defRPr sz="1125" b="1">
                <a:solidFill>
                  <a:srgbClr val="0A3B82"/>
                </a:solidFill>
              </a:defRPr>
            </a:lvl5pPr>
            <a:lvl6pPr>
              <a:defRPr sz="1125" b="1">
                <a:solidFill>
                  <a:srgbClr val="0A3B82"/>
                </a:solidFill>
              </a:defRPr>
            </a:lvl6pPr>
            <a:lvl7pPr>
              <a:defRPr sz="1125" b="1">
                <a:solidFill>
                  <a:srgbClr val="0A3B82"/>
                </a:solidFill>
              </a:defRPr>
            </a:lvl7pPr>
            <a:lvl8pPr>
              <a:defRPr sz="1125" b="1">
                <a:solidFill>
                  <a:srgbClr val="0A3B82"/>
                </a:solidFill>
              </a:defRPr>
            </a:lvl8pPr>
            <a:lvl9pPr>
              <a:defRPr sz="11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A3B82"/>
                </a:solidFill>
              </a:defRPr>
            </a:pPr>
            <a:r>
              <a:rPr sz="1125" b="1">
                <a:solidFill>
                  <a:srgbClr val="0A3B82"/>
                </a:solidFill>
              </a:rPr>
              <a:t>สิ่งที่ผู้ใช้เห็นบนเว็บ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720540-BFFB-4F2F-8F14-8914712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ตำแหน่งหุ่นยนต์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D2C84A-3C22-420F-83B5-DF4176A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สถานะการนำทาง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F8C385-2BD0-4352-8FCF-874B7D8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สถานะภารกิจ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F0B584-A050-42B5-AC31-79519450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81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Event History</a:t>
            </a:r>
          </a:p>
        </p:txBody>
      </p:sp>
    </p:spTree>
    <p:extLst>
      <p:ext uri="{BB962C8B-B14F-4D97-AF65-F5344CB8AC3E}">
        <p14:creationId xmlns:p14="http://schemas.microsoft.com/office/powerpoint/2010/main" val="133452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421C7-3D62-45FE-B675-112E982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AA3A9-C373-44FB-9163-71C2AAE0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273FD-2EBE-4B83-BE10-CCCA67D0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Mission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2A500-0419-4317-92CF-E4C2247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E3B31-4A43-4334-A6F3-844ECF08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A delivery is a sequence of states, not only a navigation goal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FE13A-7CEB-4E18-9BA4-F5CBD94F7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05ed2e2d646c8"/>
          <a:stretch xmlns:a="http://schemas.openxmlformats.org/drawingml/2006/main"/>
        </p:blipFill>
        <p:spPr>
          <a:xfrm xmlns:a="http://schemas.openxmlformats.org/drawingml/2006/main">
            <a:off x="1857375" y="1485900"/>
            <a:ext cx="3238500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06FE5-2F09-4C1A-A47C-7E7A9838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NORMAL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F5DD8-D76D-431A-B919-718CF618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5443A-8F94-4987-AA46-490C9FD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193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QUEUED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2A50B-0ECD-42C1-9274-45A84E0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2AB2F-352F-4672-B705-98400FE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336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GOING TO PICKUP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EF366-32B6-4B5D-B6D8-B1E3CBC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46578-1B05-4EE9-A60E-AE3D256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E11DE-5A57-422A-9BE7-F4265AA2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42941-51BF-4C24-8D23-E9378A4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DELIVERING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F7F41-A301-4BD0-806D-DD28C8C8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877D2-6903-48F6-B5AA-9B88CFE9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WAITING FOR RECEIVER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8D7E5-D83F-45FA-B693-F0757C51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962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ED2B6-2748-41D6-970B-CCF8B04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910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22C8A-08D8-490B-9EC8-3879FFE9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EXCEPTION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64725-E910-4A9B-94AB-9E6CFFA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15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FAILED records navigation problems.  CANCELLED records an operator decision.</a:t>
            </a:r>
          </a:p>
        </p:txBody>
      </p:sp>
    </p:spTree>
    <p:extLst>
      <p:ext uri="{BB962C8B-B14F-4D97-AF65-F5344CB8AC3E}">
        <p14:creationId xmlns:p14="http://schemas.microsoft.com/office/powerpoint/2010/main" val="1275906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BD90A-4C96-4998-9575-00BABE7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9A759-D4E2-4557-96BB-E46A4EFB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D5C15-87CC-44DF-A59A-239A37A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แนวทางการทดสอบและหลักฐาน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BB43D-ADF8-4965-BEB5-BD37169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C8D48-4A07-4B3A-9F38-FCB519E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แยกผลของเว็บ ผลของหุ่นยนต์ และผลของระบบร่วมกันออกจากกัน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306BF-5C79-49FC-AC4E-DD13A04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29D5-87CA-47CF-AB6E-04DA36E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3BBFD-F375-4287-A302-3D244165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ตรวจสิทธิ์ผู้ใช้ การสร้างภารกิจ คิว สถานะ และประวัติ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2DB01-8D00-4C98-8413-6812D515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หลักฐานจากภาพหน้าจอและ Event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D58D1-14FD-487B-AF69-B8CE064D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4ECEB-64D8-4923-80A6-6DD7C400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EA1AF-6A1D-49CF-B523-A457B2F5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35EA5-CBA6-43B2-806D-997EBBA4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 SLAM การเลือกแผนที่ Localization และการตอบสนองต่อเป้าหมาย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EBACE-B66C-4D92-830D-69A4AD8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หลักฐานจากหน้าจอ ROS 2 เว็บ และวิดีโอ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95B1E-AC07-4A72-A428-883FF05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FF59C-009E-401E-BD89-1AE59C56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C7D73-33C6-4E8F-9333-FADF4DF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A3B82"/>
                </a:solidFill>
              </a:defRPr>
            </a:defPPr>
            <a:lvl1pPr>
              <a:defRPr sz="1425" b="1">
                <a:solidFill>
                  <a:srgbClr val="0A3B82"/>
                </a:solidFill>
              </a:defRPr>
            </a:lvl1pPr>
            <a:lvl2pPr>
              <a:defRPr sz="1425" b="1">
                <a:solidFill>
                  <a:srgbClr val="0A3B82"/>
                </a:solidFill>
              </a:defRPr>
            </a:lvl2pPr>
            <a:lvl3pPr>
              <a:defRPr sz="1425" b="1">
                <a:solidFill>
                  <a:srgbClr val="0A3B82"/>
                </a:solidFill>
              </a:defRPr>
            </a:lvl3pPr>
            <a:lvl4pPr>
              <a:defRPr sz="1425" b="1">
                <a:solidFill>
                  <a:srgbClr val="0A3B82"/>
                </a:solidFill>
              </a:defRPr>
            </a:lvl4pPr>
            <a:lvl5pPr>
              <a:defRPr sz="1425" b="1">
                <a:solidFill>
                  <a:srgbClr val="0A3B82"/>
                </a:solidFill>
              </a:defRPr>
            </a:lvl5pPr>
            <a:lvl6pPr>
              <a:defRPr sz="1425" b="1">
                <a:solidFill>
                  <a:srgbClr val="0A3B82"/>
                </a:solidFill>
              </a:defRPr>
            </a:lvl6pPr>
            <a:lvl7pPr>
              <a:defRPr sz="1425" b="1">
                <a:solidFill>
                  <a:srgbClr val="0A3B82"/>
                </a:solidFill>
              </a:defRPr>
            </a:lvl7pPr>
            <a:lvl8pPr>
              <a:defRPr sz="1425" b="1">
                <a:solidFill>
                  <a:srgbClr val="0A3B82"/>
                </a:solidFill>
              </a:defRPr>
            </a:lvl8pPr>
            <a:lvl9pPr>
              <a:defRPr sz="14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A3B82"/>
                </a:solidFill>
              </a:defRPr>
            </a:pPr>
            <a:r>
              <a:rPr sz="1425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C1EA9-612C-4EE5-ADD1-4F6DBBA6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ตรวจการส่งงานจากเว็บไป Robot Agent และการส่งสถานะกลับ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62B96-3C63-4444-91A8-B020DC6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7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หลักฐานจาก TASK-288 และเวลาของแต่ละเหตุการณ์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61070-5500-408E-B820-C3278C8B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9185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3305-5475-419D-855D-79FCD4D7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3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หลักฐานยืนยันเฉพาะกรณีที่บันทึกไว้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1062299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EE3BB-4704-48A2-8D59-4116C4ED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BE0BF-468D-45DD-A2C7-F2E130D1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034AB-2647-48E4-BA9C-371DB93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RT-01: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9714D-A757-4651-9532-5F414215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FB1A6-F907-4C78-B29C-576A07B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ภาพจากการสร้าง Map-Test-01 และการกำหนด Initial Pose บนหุ่นยนต์จริง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23839-70B0-4EAE-8618-008DFA2E6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f8b4bfe044e5e"/>
          <a:srcRect xmlns:a="http://schemas.openxmlformats.org/drawingml/2006/main" l="9357" t="0" r="93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76400"/>
            <a:ext cx="5334000" cy="3467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73A2F-41DB-4839-907E-5EEAAA135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96b9809ce4983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76400"/>
            <a:ext cx="5334000" cy="3467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C41F5-BEBD-41E6-A80B-1B7B808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58FF0-590D-4432-B8F1-58EA07B7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ควบคุมฐานจากเว็บและรับ occupancy map จาก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A086-6241-4E82-90F8-B336B7A8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5237D-292E-4C4F-9CEF-B70D6FC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เลือกแผนที่ กำหนด Initial Pose และตรวจสถานะ AMCL</a:t>
            </a:r>
          </a:p>
        </p:txBody>
      </p:sp>
    </p:spTree>
    <p:extLst>
      <p:ext uri="{BB962C8B-B14F-4D97-AF65-F5344CB8AC3E}">
        <p14:creationId xmlns:p14="http://schemas.microsoft.com/office/powerpoint/2010/main" val="14351350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623DC-E31F-41F2-94A6-BC1F529C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INTEGRATED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373E8-D211-49B2-A500-2BD635C9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C8D59-BEEE-4185-A6A8-A0CBCCE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TASK-288: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C7FCA-F42F-4BDB-8027-4CC52A4B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FFF0B-74FD-4EE3-8DE6-6344A12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ตัวอย่างหนึ่งภารกิจที่บันทึกลำดับเหตุการณ์ครบตั้งแต่รับงานจนเสร็จสิ้น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93724-EC68-4F7B-AAA9-006A83C8B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8a3048ead482c"/>
          <a:srcRect xmlns:a="http://schemas.openxmlformats.org/drawingml/2006/main" l="6572" t="0" r="6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57350"/>
            <a:ext cx="607695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8732B-4A16-4D7E-9EDD-09E5BAB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CBC0-749B-403A-BBBC-33D88DE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28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D3ECE-0BBD-4FA9-820C-6FFB6BE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701D6-8454-45DA-B4AB-22DE4E3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C05D9-F7B8-403B-9582-1959D23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13D89-CAC0-4BB9-B32F-E5982AE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BAA3B-9E15-46AA-AD7C-880B92F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E214E-54CE-4CB0-B157-F4FC40D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E9A66-A6B2-40F0-8EFD-64DB2C96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90D08-1E4A-4EE3-8AA3-A8B0A0E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FF7D5-E6A1-4127-ABFF-30F6A913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358E2-2FE3-4859-B450-EF9DE7D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974AD-00B0-49E4-8218-596AFC0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29903-9B36-47F3-AE35-B63C786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6C1B5-C730-4AAD-B635-E6E4278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6526D-B8F9-4C49-A1A9-0A60F95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81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993D6-4BB4-4900-9450-03952F76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1828C-CA2D-4E9D-9C82-6698F0D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54E83-FC2A-45F2-86B1-136BB5B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91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E5225-784B-4356-A1D4-387BFDB9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72689B-2C8F-4401-8D98-36BA6862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44958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A6969-09B9-4D56-9FEC-0A278C1B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149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CA547-64EB-4428-A437-3488D35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9643229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5FBC1-3CCD-4D62-87E1-CF39411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B4DD4-096B-4209-BAF0-943CE050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92141-1B43-48A7-8C2D-6C0EE58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12.1 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F3194-6D77-49DB-BB7A-463AF8B5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1E923-AE02-41C5-8D03-DE25997E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ต้นแบบเชื่อมการเคลื่อนที่อัตโนมัติกับการจัดการภารกิจผ่านเว็บได้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E410C-4AD4-4C12-A0A9-027A0F0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C87E4-2AA7-408C-AB08-DD9F32D7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สิ่งที่พัฒนา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89B4-0120-42E5-8C3C-1FEB8D6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5910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ฐานหุ่นยนต์ใช้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จัดการระบบหุ่นยนต์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SLAM Toolbox สร้างแผนที่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AMCL ระบุตำแหน่ง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Nav2 นำทางไปยังสถานี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Next.js, FastAPI และ PostgreSQL จัดการภารกิจ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Robot Agent เชื่อมเว็บไซต์กับหุ่นยนต์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400AA-3EBE-463D-A645-916FCDD6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42925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E52C0-B3EB-4C2A-8972-3BA1079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5D76B-D45B-49D1-B41B-EEDA7871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45910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ระบบสร้างภารกิจและส่งเป้าหมายให้หุ่นยนต์ได้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ผู้ใช้ติดตามสถานะและดูประวัติเหตุการณ์ได้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การสร้างแผนที่และ Localization ทำงานในพื้นที่ทดลอง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ต้นแบบยังไม่มีโครงสร้างบรรทุกสิ่งของจริง</a:t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การวางและรับสิ่งของยังยืนยันผ่านเว็บไซต์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607FE-0463-41CA-9668-52315CAF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667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4DBE1-DDDD-49FA-A740-88BC4686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625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95362"/>
                </a:solidFill>
              </a:defRPr>
            </a:defPPr>
            <a:lvl1pPr>
              <a:defRPr sz="975" b="1">
                <a:solidFill>
                  <a:srgbClr val="D95362"/>
                </a:solidFill>
              </a:defRPr>
            </a:lvl1pPr>
            <a:lvl2pPr>
              <a:defRPr sz="975" b="1">
                <a:solidFill>
                  <a:srgbClr val="D95362"/>
                </a:solidFill>
              </a:defRPr>
            </a:lvl2pPr>
            <a:lvl3pPr>
              <a:defRPr sz="975" b="1">
                <a:solidFill>
                  <a:srgbClr val="D95362"/>
                </a:solidFill>
              </a:defRPr>
            </a:lvl3pPr>
            <a:lvl4pPr>
              <a:defRPr sz="975" b="1">
                <a:solidFill>
                  <a:srgbClr val="D95362"/>
                </a:solidFill>
              </a:defRPr>
            </a:lvl4pPr>
            <a:lvl5pPr>
              <a:defRPr sz="975" b="1">
                <a:solidFill>
                  <a:srgbClr val="D95362"/>
                </a:solidFill>
              </a:defRPr>
            </a:lvl5pPr>
            <a:lvl6pPr>
              <a:defRPr sz="975" b="1">
                <a:solidFill>
                  <a:srgbClr val="D95362"/>
                </a:solidFill>
              </a:defRPr>
            </a:lvl6pPr>
            <a:lvl7pPr>
              <a:defRPr sz="975" b="1">
                <a:solidFill>
                  <a:srgbClr val="D95362"/>
                </a:solidFill>
              </a:defRPr>
            </a:lvl7pPr>
            <a:lvl8pPr>
              <a:defRPr sz="975" b="1">
                <a:solidFill>
                  <a:srgbClr val="D95362"/>
                </a:solidFill>
              </a:defRPr>
            </a:lvl8pPr>
            <a:lvl9pPr>
              <a:defRPr sz="97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95362"/>
                </a:solidFill>
              </a:defRPr>
            </a:pPr>
            <a:r>
              <a:rPr sz="975" b="1">
                <a:solidFill>
                  <a:srgbClr val="D95362"/>
                </a:solidFill>
              </a:rPr>
              <a:t>จึงยังไม่สรุปความเสถียรหรือความพร้อมใช้งานระยะยาว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3785994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6BE0A-AEE5-4682-9930-4C168AA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EEA82-8812-4F6D-9FBD-3EC67EE5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C786-657B-43A6-8DBB-9D8B194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E358-516C-4B1E-B68D-C00814E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9E7FB-7906-4698-9082-6CFB9AED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3C2E2-296F-4B54-BDA7-29973A17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1ACA-7C80-4679-ADC6-D5FB6FA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B1411-F287-43C4-8DCC-62DC0B5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B0610-AB2E-4C31-9CB5-5C948BD0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B97C-5E85-4E6F-A26E-2E0317C1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C3719-A4B0-4109-8A86-E684FB51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54768-4D68-4661-A75C-7B5D9FD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472B1-1C0E-4181-895D-58790D12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197C1-37F8-4007-A99D-080E16A4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2B5E-97A4-490C-AD7F-E8D96D9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6BE92-8F75-4D44-BBE0-9A7AD82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64619-E742-4C68-AB94-96D24A0D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59155-DF39-465C-9E8F-5326414D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31E8B-44E2-4A24-B6EA-394E174D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4AB45-429D-413B-A30C-AA2F75DE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618AC-86B9-46A3-8454-CCA84361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2BF91-8793-40C7-A429-73485AB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197D6-774F-48E6-A9A6-8349FB99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62D35-0C18-4228-B9DF-C9465A6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3C740-301D-4955-9FC7-80B4362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526F81-24AB-4911-9175-F2CE8B07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640771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2026-10-20T21:24:06.4340000Z</dcterms:created>
  <dcterms:modified xsi:type="dcterms:W3CDTF">2026-10-20T21:24:06.4340000Z</dcterms:modified>
</coreProperties>
</file>